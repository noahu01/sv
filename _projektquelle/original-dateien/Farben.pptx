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84" r:id="rId1"/>
  </p:sldMasterIdLst>
  <p:notesMasterIdLst>
    <p:notesMasterId r:id="rId3"/>
  </p:notesMasterIdLst>
  <p:sldIdLst>
    <p:sldId id="349" r:id="rId2"/>
  </p:sldIdLst>
  <p:sldSz cx="12192000" cy="6858000"/>
  <p:notesSz cx="6858000" cy="9144000"/>
  <p:embeddedFontLst>
    <p:embeddedFont>
      <p:font typeface="Sparkasse Head" panose="020B0804050602020204" pitchFamily="34" charset="77"/>
      <p:bold r:id="rId4"/>
    </p:embeddedFont>
    <p:embeddedFont>
      <p:font typeface="Sparkasse Lt" panose="020B0500050602020204" pitchFamily="34" charset="77"/>
      <p:regular r:id="rId5"/>
      <p:italic r:id="rId6"/>
    </p:embeddedFont>
    <p:embeddedFont>
      <p:font typeface="Sparkasse Medium" panose="020B0603080202020204" pitchFamily="34" charset="77"/>
      <p:regular r:id="rId7"/>
    </p:embeddedFont>
    <p:embeddedFont>
      <p:font typeface="Sparkasse Rg" panose="020B0504050602020204" pitchFamily="34" charset="77"/>
      <p:regular r:id="rId8"/>
      <p:bold r:id="rId9"/>
      <p:italic r:id="rId10"/>
      <p:boldItalic r:id="rId11"/>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6019" autoAdjust="0"/>
    <p:restoredTop sz="86410" autoAdjust="0"/>
  </p:normalViewPr>
  <p:slideViewPr>
    <p:cSldViewPr snapToGrid="0" showGuides="1">
      <p:cViewPr varScale="1">
        <p:scale>
          <a:sx n="127" d="100"/>
          <a:sy n="127" d="100"/>
        </p:scale>
        <p:origin x="504"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2"/>
        <a:sy n="1" d="2"/>
      </p:scale>
      <p:origin x="0" y="0"/>
    </p:cViewPr>
  </p:sorterViewPr>
  <p:notesViewPr>
    <p:cSldViewPr snapToGrid="0" showGuides="1">
      <p:cViewPr varScale="1">
        <p:scale>
          <a:sx n="97" d="100"/>
          <a:sy n="97" d="100"/>
        </p:scale>
        <p:origin x="2295" y="4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556492" y="1070264"/>
            <a:ext cx="5615708" cy="3158836"/>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556491" y="4473285"/>
            <a:ext cx="5615707" cy="3667991"/>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354878" y="8685213"/>
            <a:ext cx="5666187" cy="238991"/>
          </a:xfrm>
          <a:prstGeom prst="rect">
            <a:avLst/>
          </a:prstGeom>
        </p:spPr>
        <p:txBody>
          <a:bodyPr vert="horz" lIns="0" tIns="0" rIns="0" bIns="0" rtlCol="0" anchor="b"/>
          <a:lstStyle>
            <a:lvl1pPr algn="l">
              <a:defRPr sz="900"/>
            </a:lvl1pPr>
          </a:lstStyle>
          <a:p>
            <a:endParaRPr lang="de-DE" dirty="0"/>
          </a:p>
        </p:txBody>
      </p:sp>
      <p:sp>
        <p:nvSpPr>
          <p:cNvPr id="7" name="Foliennummernplatzhalter 6"/>
          <p:cNvSpPr>
            <a:spLocks noGrp="1"/>
          </p:cNvSpPr>
          <p:nvPr>
            <p:ph type="sldNum" sz="quarter" idx="5"/>
          </p:nvPr>
        </p:nvSpPr>
        <p:spPr>
          <a:xfrm>
            <a:off x="6172198" y="8685213"/>
            <a:ext cx="330924" cy="238991"/>
          </a:xfrm>
          <a:prstGeom prst="rect">
            <a:avLst/>
          </a:prstGeom>
        </p:spPr>
        <p:txBody>
          <a:bodyPr vert="horz" lIns="0" tIns="0" rIns="0" bIns="0" rtlCol="0" anchor="b"/>
          <a:lstStyle>
            <a:lvl1pPr algn="r">
              <a:defRPr sz="900"/>
            </a:lvl1pPr>
          </a:lstStyle>
          <a:p>
            <a:fld id="{5F531A46-3CCD-4569-9A59-E8B96D6A7D4C}" type="slidenum">
              <a:rPr lang="de-DE" smtClean="0"/>
              <a:pPr/>
              <a:t>‹Nr.›</a:t>
            </a:fld>
            <a:endParaRPr lang="de-DE"/>
          </a:p>
        </p:txBody>
      </p:sp>
    </p:spTree>
    <p:extLst>
      <p:ext uri="{BB962C8B-B14F-4D97-AF65-F5344CB8AC3E}">
        <p14:creationId xmlns:p14="http://schemas.microsoft.com/office/powerpoint/2010/main" val="302845170"/>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13000"/>
      </a:lnSpc>
      <a:defRPr sz="1200" kern="1200">
        <a:solidFill>
          <a:schemeClr val="tx1"/>
        </a:solidFill>
        <a:latin typeface="+mn-lt"/>
        <a:ea typeface="+mn-ea"/>
        <a:cs typeface="+mn-cs"/>
      </a:defRPr>
    </a:lvl1pPr>
    <a:lvl2pPr marL="216000" indent="-216000" algn="l" defTabSz="914400" rtl="0" eaLnBrk="1" latinLnBrk="0" hangingPunct="1">
      <a:lnSpc>
        <a:spcPct val="113000"/>
      </a:lnSpc>
      <a:buFontTx/>
      <a:buBlip>
        <a:blip>
          <a:extLst>
            <a:ext uri="{96DAC541-7B7A-43D3-8B79-37D633B846F1}">
              <asvg:svgBlip xmlns:asvg="http://schemas.microsoft.com/office/drawing/2016/SVG/main" r:embed="rId2"/>
            </a:ext>
          </a:extLst>
        </a:blip>
      </a:buBlip>
      <a:defRPr sz="1200" kern="1200">
        <a:solidFill>
          <a:schemeClr val="tx1"/>
        </a:solidFill>
        <a:latin typeface="+mn-lt"/>
        <a:ea typeface="+mn-ea"/>
        <a:cs typeface="+mn-cs"/>
      </a:defRPr>
    </a:lvl2pPr>
    <a:lvl3pPr marL="432000" indent="-216000" algn="l" defTabSz="914400" rtl="0" eaLnBrk="1" latinLnBrk="0" hangingPunct="1">
      <a:lnSpc>
        <a:spcPct val="113000"/>
      </a:lnSpc>
      <a:buClr>
        <a:schemeClr val="tx2"/>
      </a:buClr>
      <a:buFont typeface="Arial" panose="020B0604020202020204" pitchFamily="34" charset="0"/>
      <a:buChar char="•"/>
      <a:defRPr sz="1200" kern="1200">
        <a:solidFill>
          <a:schemeClr val="tx1"/>
        </a:solidFill>
        <a:latin typeface="+mn-lt"/>
        <a:ea typeface="+mn-ea"/>
        <a:cs typeface="+mn-cs"/>
      </a:defRPr>
    </a:lvl3pPr>
    <a:lvl4pPr marL="648000" indent="-216000" algn="l" defTabSz="914400" rtl="0" eaLnBrk="1" latinLnBrk="0" hangingPunct="1">
      <a:lnSpc>
        <a:spcPct val="113000"/>
      </a:lnSpc>
      <a:buClr>
        <a:schemeClr val="tx2"/>
      </a:buClr>
      <a:buFont typeface="Arial" panose="020B0604020202020204" pitchFamily="34" charset="0"/>
      <a:buChar char="•"/>
      <a:defRPr sz="1200" kern="1200">
        <a:solidFill>
          <a:schemeClr val="tx1"/>
        </a:solidFill>
        <a:latin typeface="+mn-lt"/>
        <a:ea typeface="+mn-ea"/>
        <a:cs typeface="+mn-cs"/>
      </a:defRPr>
    </a:lvl4pPr>
    <a:lvl5pPr marL="864000" indent="-216000" algn="l" defTabSz="914400" rtl="0" eaLnBrk="1" latinLnBrk="0" hangingPunct="1">
      <a:lnSpc>
        <a:spcPct val="113000"/>
      </a:lnSpc>
      <a:buClr>
        <a:schemeClr val="tx2"/>
      </a:buClr>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1">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612775" y="0"/>
            <a:ext cx="1158042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1152525" y="1189428"/>
            <a:ext cx="10488613" cy="2376000"/>
          </a:xfrm>
        </p:spPr>
        <p:txBody>
          <a:bodyPr anchor="b" anchorCtr="0"/>
          <a:lstStyle>
            <a:lvl1pPr algn="ctr">
              <a:defRPr sz="4800">
                <a:solidFill>
                  <a:schemeClr val="bg1"/>
                </a:solidFill>
              </a:defRPr>
            </a:lvl1pPr>
          </a:lstStyle>
          <a:p>
            <a:r>
              <a:rPr lang="de-DE" dirty="0"/>
              <a:t>Titel #1 Sparkasse Head 48pt </a:t>
            </a:r>
            <a:br>
              <a:rPr lang="de-DE" dirty="0"/>
            </a:br>
            <a:r>
              <a:rPr lang="de-DE" dirty="0"/>
              <a:t>zentriert ein- bis dreizeilig</a:t>
            </a:r>
          </a:p>
        </p:txBody>
      </p:sp>
      <p:sp>
        <p:nvSpPr>
          <p:cNvPr id="3" name="Untertitel 2">
            <a:extLst>
              <a:ext uri="{FF2B5EF4-FFF2-40B4-BE49-F238E27FC236}">
                <a16:creationId xmlns:a16="http://schemas.microsoft.com/office/drawing/2014/main" id="{47C4F625-5994-40E2-A7F6-DEFBD05E874F}"/>
              </a:ext>
            </a:extLst>
          </p:cNvPr>
          <p:cNvSpPr>
            <a:spLocks noGrp="1"/>
          </p:cNvSpPr>
          <p:nvPr>
            <p:ph type="subTitle" idx="1" hasCustomPrompt="1"/>
          </p:nvPr>
        </p:nvSpPr>
        <p:spPr>
          <a:xfrm>
            <a:off x="1152525" y="3716850"/>
            <a:ext cx="10488612" cy="396000"/>
          </a:xfrm>
        </p:spPr>
        <p:txBody>
          <a:bodyPr/>
          <a:lstStyle>
            <a:lvl1pPr marL="0" indent="0" algn="ctr">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6" name="Textplatzhalter 2">
            <a:extLst>
              <a:ext uri="{FF2B5EF4-FFF2-40B4-BE49-F238E27FC236}">
                <a16:creationId xmlns:a16="http://schemas.microsoft.com/office/drawing/2014/main" id="{A7A7EE83-79EA-460F-89C1-5479B11B3B09}"/>
              </a:ext>
            </a:extLst>
          </p:cNvPr>
          <p:cNvSpPr>
            <a:spLocks noGrp="1"/>
          </p:cNvSpPr>
          <p:nvPr>
            <p:ph type="body" idx="13" hasCustomPrompt="1"/>
          </p:nvPr>
        </p:nvSpPr>
        <p:spPr>
          <a:xfrm>
            <a:off x="1152525" y="4918479"/>
            <a:ext cx="10490400" cy="180000"/>
          </a:xfrm>
        </p:spPr>
        <p:txBody>
          <a:bodyPr/>
          <a:lstStyle>
            <a:lvl1pPr marL="0" indent="0" algn="ctr">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sp>
        <p:nvSpPr>
          <p:cNvPr id="4" name="Rechteck 3">
            <a:extLst>
              <a:ext uri="{FF2B5EF4-FFF2-40B4-BE49-F238E27FC236}">
                <a16:creationId xmlns:a16="http://schemas.microsoft.com/office/drawing/2014/main" id="{B908447A-A357-FD7A-74E2-53CCB1D69DB2}"/>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Grafik 10">
            <a:extLst>
              <a:ext uri="{FF2B5EF4-FFF2-40B4-BE49-F238E27FC236}">
                <a16:creationId xmlns:a16="http://schemas.microsoft.com/office/drawing/2014/main" id="{C3B041C1-608C-7FCA-15C9-834C7B8ED5B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847" y="211342"/>
            <a:ext cx="472371" cy="272389"/>
          </a:xfrm>
          <a:prstGeom prst="rect">
            <a:avLst/>
          </a:prstGeom>
        </p:spPr>
      </p:pic>
    </p:spTree>
    <p:extLst>
      <p:ext uri="{BB962C8B-B14F-4D97-AF65-F5344CB8AC3E}">
        <p14:creationId xmlns:p14="http://schemas.microsoft.com/office/powerpoint/2010/main" val="2796176847"/>
      </p:ext>
    </p:extLst>
  </p:cSld>
  <p:clrMapOvr>
    <a:masterClrMapping/>
  </p:clrMapOvr>
  <p:extLst>
    <p:ext uri="{DCECCB84-F9BA-43D5-87BE-67443E8EF086}">
      <p15:sldGuideLst xmlns:p15="http://schemas.microsoft.com/office/powerpoint/2012/main">
        <p15:guide id="1" pos="3514" userDrawn="1">
          <p15:clr>
            <a:srgbClr val="FBAE40"/>
          </p15:clr>
        </p15:guide>
        <p15:guide id="2" pos="3686" userDrawn="1">
          <p15:clr>
            <a:srgbClr val="FBAE40"/>
          </p15:clr>
        </p15:guide>
        <p15:guide id="3" orient="horz" pos="3640" userDrawn="1">
          <p15:clr>
            <a:srgbClr val="FBAE40"/>
          </p15:clr>
        </p15:guide>
        <p15:guide id="4" orient="horz" pos="378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2">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612775" y="0"/>
            <a:ext cx="115792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Bildplatzhalter 4">
            <a:extLst>
              <a:ext uri="{FF2B5EF4-FFF2-40B4-BE49-F238E27FC236}">
                <a16:creationId xmlns:a16="http://schemas.microsoft.com/office/drawing/2014/main" id="{770A8487-9BC7-7696-CEC0-6A15DDD60D36}"/>
              </a:ext>
            </a:extLst>
          </p:cNvPr>
          <p:cNvSpPr>
            <a:spLocks noGrp="1"/>
          </p:cNvSpPr>
          <p:nvPr>
            <p:ph type="pic" sz="quarter" idx="13" hasCustomPrompt="1"/>
          </p:nvPr>
        </p:nvSpPr>
        <p:spPr>
          <a:xfrm>
            <a:off x="8085470" y="0"/>
            <a:ext cx="4106530" cy="6858000"/>
          </a:xfrm>
          <a:solidFill>
            <a:schemeClr val="bg1">
              <a:lumMod val="95000"/>
            </a:schemeClr>
          </a:solidFill>
        </p:spPr>
        <p:txBody>
          <a:bodyPr lIns="72000" tIns="72000"/>
          <a:lstStyle>
            <a:lvl1pPr>
              <a:spcBef>
                <a:spcPts val="0"/>
              </a:spcBef>
              <a:defRPr sz="1000"/>
            </a:lvl1pPr>
          </a:lstStyle>
          <a:p>
            <a:pPr marL="0" marR="0" lvl="0" indent="0" algn="l" defTabSz="914400" rtl="0" eaLnBrk="1" fontAlgn="auto" latinLnBrk="0" hangingPunct="1">
              <a:lnSpc>
                <a:spcPct val="114000"/>
              </a:lnSpc>
              <a:spcBef>
                <a:spcPts val="1800"/>
              </a:spcBef>
              <a:spcAft>
                <a:spcPts val="0"/>
              </a:spcAft>
              <a:buClrTx/>
              <a:buSzTx/>
              <a:buFontTx/>
              <a:buNone/>
              <a:tabLst/>
              <a:defRPr/>
            </a:pPr>
            <a:r>
              <a:rPr lang="de-DE" noProof="0" dirty="0"/>
              <a:t>Bitte fügen Sie ein Bild über Klick auf das Symbol im Platzhalter ein </a:t>
            </a:r>
            <a:r>
              <a:rPr lang="de-DE" dirty="0"/>
              <a:t>und stellen sie es über Anordnen &gt; In den Hintergrund</a:t>
            </a:r>
            <a:r>
              <a:rPr lang="de-DE" noProof="0" dirty="0"/>
              <a:t>. Oder mit Klick auf den Platzhalter und der rechten Maustaste den Befehl „Bild einfügen“ auswählen. Oder ein Bild aus der Zwischenablage in den angeklickten Platzhalter einfügen. Format </a:t>
            </a:r>
            <a:r>
              <a:rPr lang="de-DE" dirty="0"/>
              <a:t>11,41 x 19,05 cm.</a:t>
            </a:r>
          </a:p>
        </p:txBody>
      </p:sp>
      <p:sp>
        <p:nvSpPr>
          <p:cNvPr id="6" name="Untertitel 2">
            <a:extLst>
              <a:ext uri="{FF2B5EF4-FFF2-40B4-BE49-F238E27FC236}">
                <a16:creationId xmlns:a16="http://schemas.microsoft.com/office/drawing/2014/main" id="{C6F23CE8-BDF6-85CC-B3F3-066A79865DE3}"/>
              </a:ext>
            </a:extLst>
          </p:cNvPr>
          <p:cNvSpPr>
            <a:spLocks noGrp="1"/>
          </p:cNvSpPr>
          <p:nvPr>
            <p:ph type="subTitle" idx="1" hasCustomPrompt="1"/>
          </p:nvPr>
        </p:nvSpPr>
        <p:spPr>
          <a:xfrm>
            <a:off x="1152525"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9" name="Textplatzhalter 2">
            <a:extLst>
              <a:ext uri="{FF2B5EF4-FFF2-40B4-BE49-F238E27FC236}">
                <a16:creationId xmlns:a16="http://schemas.microsoft.com/office/drawing/2014/main" id="{4BF9713A-E657-42CE-094B-DDA0F740F2F8}"/>
              </a:ext>
            </a:extLst>
          </p:cNvPr>
          <p:cNvSpPr>
            <a:spLocks noGrp="1"/>
          </p:cNvSpPr>
          <p:nvPr>
            <p:ph type="body" idx="14" hasCustomPrompt="1"/>
          </p:nvPr>
        </p:nvSpPr>
        <p:spPr>
          <a:xfrm>
            <a:off x="1152000"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sp>
        <p:nvSpPr>
          <p:cNvPr id="10" name="Titel 1">
            <a:extLst>
              <a:ext uri="{FF2B5EF4-FFF2-40B4-BE49-F238E27FC236}">
                <a16:creationId xmlns:a16="http://schemas.microsoft.com/office/drawing/2014/main" id="{4A6EAB25-F5EE-6677-9E08-889DD7C709C3}"/>
              </a:ext>
            </a:extLst>
          </p:cNvPr>
          <p:cNvSpPr>
            <a:spLocks noGrp="1"/>
          </p:cNvSpPr>
          <p:nvPr>
            <p:ph type="ctrTitle" hasCustomPrompt="1"/>
          </p:nvPr>
        </p:nvSpPr>
        <p:spPr>
          <a:xfrm>
            <a:off x="1152000" y="1189428"/>
            <a:ext cx="6224270" cy="2376000"/>
          </a:xfrm>
        </p:spPr>
        <p:txBody>
          <a:bodyPr anchor="b" anchorCtr="0"/>
          <a:lstStyle>
            <a:lvl1pPr algn="l">
              <a:defRPr sz="4800">
                <a:solidFill>
                  <a:schemeClr val="bg1"/>
                </a:solidFill>
              </a:defRPr>
            </a:lvl1pPr>
          </a:lstStyle>
          <a:p>
            <a:r>
              <a:rPr lang="de-DE" dirty="0"/>
              <a:t>Titel #2 Sparkasse Head 48pt linksbündig</a:t>
            </a:r>
          </a:p>
        </p:txBody>
      </p:sp>
      <p:sp>
        <p:nvSpPr>
          <p:cNvPr id="2" name="Rechteck 1">
            <a:extLst>
              <a:ext uri="{FF2B5EF4-FFF2-40B4-BE49-F238E27FC236}">
                <a16:creationId xmlns:a16="http://schemas.microsoft.com/office/drawing/2014/main" id="{B9059D5D-2102-883F-0C67-F7D34EAAA684}"/>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Grafik 10">
            <a:extLst>
              <a:ext uri="{FF2B5EF4-FFF2-40B4-BE49-F238E27FC236}">
                <a16:creationId xmlns:a16="http://schemas.microsoft.com/office/drawing/2014/main" id="{AD5CFF8E-89D7-55BA-C4EE-56DB2F1A2CF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847" y="211342"/>
            <a:ext cx="472371" cy="272389"/>
          </a:xfrm>
          <a:prstGeom prst="rect">
            <a:avLst/>
          </a:prstGeom>
        </p:spPr>
      </p:pic>
    </p:spTree>
    <p:extLst>
      <p:ext uri="{BB962C8B-B14F-4D97-AF65-F5344CB8AC3E}">
        <p14:creationId xmlns:p14="http://schemas.microsoft.com/office/powerpoint/2010/main" val="1184806477"/>
      </p:ext>
    </p:extLst>
  </p:cSld>
  <p:clrMapOvr>
    <a:masterClrMapping/>
  </p:clrMapOvr>
  <p:extLst>
    <p:ext uri="{DCECCB84-F9BA-43D5-87BE-67443E8EF086}">
      <p15:sldGuideLst xmlns:p15="http://schemas.microsoft.com/office/powerpoint/2012/main">
        <p15:guide id="2" pos="725" userDrawn="1">
          <p15:clr>
            <a:srgbClr val="FBAE40"/>
          </p15:clr>
        </p15:guide>
        <p15:guide id="3" pos="895" userDrawn="1">
          <p15:clr>
            <a:srgbClr val="FBAE40"/>
          </p15:clr>
        </p15:guide>
        <p15:guide id="4" orient="horz" pos="3640" userDrawn="1">
          <p15:clr>
            <a:srgbClr val="FBAE40"/>
          </p15:clr>
        </p15:guide>
        <p15:guide id="5" orient="horz" pos="378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3">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1"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5416869" y="1200125"/>
            <a:ext cx="6224270" cy="2376000"/>
          </a:xfrm>
        </p:spPr>
        <p:txBody>
          <a:bodyPr anchor="b" anchorCtr="0"/>
          <a:lstStyle>
            <a:lvl1pPr algn="l">
              <a:defRPr sz="4800">
                <a:solidFill>
                  <a:schemeClr val="bg1"/>
                </a:solidFill>
              </a:defRPr>
            </a:lvl1pPr>
          </a:lstStyle>
          <a:p>
            <a:r>
              <a:rPr lang="de-DE" dirty="0"/>
              <a:t>Titel #3 Sparkasse Head 48pt linksbündig</a:t>
            </a:r>
          </a:p>
        </p:txBody>
      </p:sp>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5062268"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Untertitel 2">
            <a:extLst>
              <a:ext uri="{FF2B5EF4-FFF2-40B4-BE49-F238E27FC236}">
                <a16:creationId xmlns:a16="http://schemas.microsoft.com/office/drawing/2014/main" id="{6C4724CA-3CFE-5EC8-1ED3-F455ACB1A143}"/>
              </a:ext>
            </a:extLst>
          </p:cNvPr>
          <p:cNvSpPr>
            <a:spLocks noGrp="1"/>
          </p:cNvSpPr>
          <p:nvPr>
            <p:ph type="subTitle" idx="1" hasCustomPrompt="1"/>
          </p:nvPr>
        </p:nvSpPr>
        <p:spPr>
          <a:xfrm>
            <a:off x="5417394"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6" name="Textplatzhalter 2">
            <a:extLst>
              <a:ext uri="{FF2B5EF4-FFF2-40B4-BE49-F238E27FC236}">
                <a16:creationId xmlns:a16="http://schemas.microsoft.com/office/drawing/2014/main" id="{D9CF29AC-CF56-E19D-71E8-BF0E6ED34A64}"/>
              </a:ext>
            </a:extLst>
          </p:cNvPr>
          <p:cNvSpPr>
            <a:spLocks noGrp="1"/>
          </p:cNvSpPr>
          <p:nvPr>
            <p:ph type="body" idx="14" hasCustomPrompt="1"/>
          </p:nvPr>
        </p:nvSpPr>
        <p:spPr>
          <a:xfrm>
            <a:off x="5416869"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pic>
        <p:nvPicPr>
          <p:cNvPr id="9" name="Grafik 8">
            <a:extLst>
              <a:ext uri="{FF2B5EF4-FFF2-40B4-BE49-F238E27FC236}">
                <a16:creationId xmlns:a16="http://schemas.microsoft.com/office/drawing/2014/main" id="{3960C38E-F94F-C3F4-62FA-83D4B609B4D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612775" y="1881812"/>
            <a:ext cx="3916363" cy="2258340"/>
          </a:xfrm>
          <a:prstGeom prst="rect">
            <a:avLst/>
          </a:prstGeom>
        </p:spPr>
      </p:pic>
    </p:spTree>
    <p:extLst>
      <p:ext uri="{BB962C8B-B14F-4D97-AF65-F5344CB8AC3E}">
        <p14:creationId xmlns:p14="http://schemas.microsoft.com/office/powerpoint/2010/main" val="2967733024"/>
      </p:ext>
    </p:extLst>
  </p:cSld>
  <p:clrMapOvr>
    <a:masterClrMapping/>
  </p:clrMapOvr>
  <p:extLst>
    <p:ext uri="{DCECCB84-F9BA-43D5-87BE-67443E8EF086}">
      <p15:sldGuideLst xmlns:p15="http://schemas.microsoft.com/office/powerpoint/2012/main">
        <p15:guide id="1" orient="horz" pos="3640" userDrawn="1">
          <p15:clr>
            <a:srgbClr val="FBAE40"/>
          </p15:clr>
        </p15:guide>
        <p15:guide id="2" pos="3412" userDrawn="1">
          <p15:clr>
            <a:srgbClr val="FBAE40"/>
          </p15:clr>
        </p15:guide>
        <p15:guide id="3" pos="3582" userDrawn="1">
          <p15:clr>
            <a:srgbClr val="FBAE40"/>
          </p15:clr>
        </p15:guide>
        <p15:guide id="4" orient="horz" pos="378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Folie #3">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1"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5416869" y="1200125"/>
            <a:ext cx="6224270" cy="2376000"/>
          </a:xfrm>
        </p:spPr>
        <p:txBody>
          <a:bodyPr anchor="b" anchorCtr="0"/>
          <a:lstStyle>
            <a:lvl1pPr algn="l">
              <a:defRPr sz="4800">
                <a:solidFill>
                  <a:schemeClr val="bg1"/>
                </a:solidFill>
              </a:defRPr>
            </a:lvl1pPr>
          </a:lstStyle>
          <a:p>
            <a:r>
              <a:rPr lang="de-DE" dirty="0"/>
              <a:t>Titel #3 Sparkasse Head 48pt linksbündig</a:t>
            </a:r>
          </a:p>
        </p:txBody>
      </p:sp>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5062268"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Untertitel 2">
            <a:extLst>
              <a:ext uri="{FF2B5EF4-FFF2-40B4-BE49-F238E27FC236}">
                <a16:creationId xmlns:a16="http://schemas.microsoft.com/office/drawing/2014/main" id="{6C4724CA-3CFE-5EC8-1ED3-F455ACB1A143}"/>
              </a:ext>
            </a:extLst>
          </p:cNvPr>
          <p:cNvSpPr>
            <a:spLocks noGrp="1"/>
          </p:cNvSpPr>
          <p:nvPr>
            <p:ph type="subTitle" idx="1" hasCustomPrompt="1"/>
          </p:nvPr>
        </p:nvSpPr>
        <p:spPr>
          <a:xfrm>
            <a:off x="5417394"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6" name="Textplatzhalter 2">
            <a:extLst>
              <a:ext uri="{FF2B5EF4-FFF2-40B4-BE49-F238E27FC236}">
                <a16:creationId xmlns:a16="http://schemas.microsoft.com/office/drawing/2014/main" id="{D9CF29AC-CF56-E19D-71E8-BF0E6ED34A64}"/>
              </a:ext>
            </a:extLst>
          </p:cNvPr>
          <p:cNvSpPr>
            <a:spLocks noGrp="1"/>
          </p:cNvSpPr>
          <p:nvPr>
            <p:ph type="body" idx="14" hasCustomPrompt="1"/>
          </p:nvPr>
        </p:nvSpPr>
        <p:spPr>
          <a:xfrm>
            <a:off x="5416869"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pic>
        <p:nvPicPr>
          <p:cNvPr id="4" name="Graphic 3">
            <a:extLst>
              <a:ext uri="{FF2B5EF4-FFF2-40B4-BE49-F238E27FC236}">
                <a16:creationId xmlns:a16="http://schemas.microsoft.com/office/drawing/2014/main" id="{952C0D50-67EE-4676-B1FF-B4A9166F67E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43655" y="5472000"/>
            <a:ext cx="2188673" cy="1080000"/>
          </a:xfrm>
          <a:prstGeom prst="rect">
            <a:avLst/>
          </a:prstGeom>
        </p:spPr>
      </p:pic>
      <p:pic>
        <p:nvPicPr>
          <p:cNvPr id="9" name="Grafik 8">
            <a:extLst>
              <a:ext uri="{FF2B5EF4-FFF2-40B4-BE49-F238E27FC236}">
                <a16:creationId xmlns:a16="http://schemas.microsoft.com/office/drawing/2014/main" id="{3960C38E-F94F-C3F4-62FA-83D4B609B4D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12775" y="1881812"/>
            <a:ext cx="3916363" cy="2258340"/>
          </a:xfrm>
          <a:prstGeom prst="rect">
            <a:avLst/>
          </a:prstGeom>
        </p:spPr>
      </p:pic>
    </p:spTree>
    <p:extLst>
      <p:ext uri="{BB962C8B-B14F-4D97-AF65-F5344CB8AC3E}">
        <p14:creationId xmlns:p14="http://schemas.microsoft.com/office/powerpoint/2010/main" val="57216960"/>
      </p:ext>
    </p:extLst>
  </p:cSld>
  <p:clrMapOvr>
    <a:masterClrMapping/>
  </p:clrMapOvr>
  <p:extLst>
    <p:ext uri="{DCECCB84-F9BA-43D5-87BE-67443E8EF086}">
      <p15:sldGuideLst xmlns:p15="http://schemas.microsoft.com/office/powerpoint/2012/main">
        <p15:guide id="1" orient="horz" pos="3640" userDrawn="1">
          <p15:clr>
            <a:srgbClr val="FBAE40"/>
          </p15:clr>
        </p15:guide>
        <p15:guide id="2" pos="3412" userDrawn="1">
          <p15:clr>
            <a:srgbClr val="FBAE40"/>
          </p15:clr>
        </p15:guide>
        <p15:guide id="3" pos="3582" userDrawn="1">
          <p15:clr>
            <a:srgbClr val="FBAE40"/>
          </p15:clr>
        </p15:guide>
        <p15:guide id="4" orient="horz" pos="378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775" y="0"/>
            <a:ext cx="391489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000" y="2159999"/>
            <a:ext cx="2836800" cy="2459380"/>
          </a:xfrm>
        </p:spPr>
        <p:txBody>
          <a:bodyPr anchor="ctr" anchorCtr="0"/>
          <a:lstStyle>
            <a:lvl1pPr algn="l">
              <a:lnSpc>
                <a:spcPct val="100000"/>
              </a:lnSpc>
              <a:defRPr sz="4800">
                <a:solidFill>
                  <a:schemeClr val="bg1"/>
                </a:solidFill>
              </a:defRPr>
            </a:lvl1pPr>
          </a:lstStyle>
          <a:p>
            <a:r>
              <a:rPr lang="de-DE" dirty="0"/>
              <a:t>Inhalt #1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6" name="Textplatzhalter 2">
            <a:extLst>
              <a:ext uri="{FF2B5EF4-FFF2-40B4-BE49-F238E27FC236}">
                <a16:creationId xmlns:a16="http://schemas.microsoft.com/office/drawing/2014/main" id="{B47B5461-A8FF-CC0C-3FEE-C5447276F4D5}"/>
              </a:ext>
            </a:extLst>
          </p:cNvPr>
          <p:cNvSpPr>
            <a:spLocks noGrp="1"/>
          </p:cNvSpPr>
          <p:nvPr>
            <p:ph idx="1" hasCustomPrompt="1"/>
          </p:nvPr>
        </p:nvSpPr>
        <p:spPr>
          <a:xfrm>
            <a:off x="5418000" y="792000"/>
            <a:ext cx="6224399" cy="5507201"/>
          </a:xfrm>
          <a:prstGeom prst="rect">
            <a:avLst/>
          </a:prstGeom>
        </p:spPr>
        <p:txBody>
          <a:bodyPr vert="horz" lIns="0" tIns="0" rIns="0" bIns="0" rtlCol="0" anchor="ctr" anchorCtr="0">
            <a:noAutofit/>
          </a:bodyPr>
          <a:lstStyle>
            <a:lvl1pPr marL="324000" indent="-324000">
              <a:lnSpc>
                <a:spcPct val="100000"/>
              </a:lnSpc>
              <a:spcBef>
                <a:spcPts val="2200"/>
              </a:spcBef>
              <a:buFont typeface="+mj-lt"/>
              <a:buAutoNum type="arabicPeriod"/>
              <a:tabLst>
                <a:tab pos="324000" algn="l"/>
              </a:tabLst>
              <a:defRPr sz="2000">
                <a:latin typeface="Sparkasse Medium" panose="020B0603080202020204" pitchFamily="34" charset="0"/>
              </a:defRPr>
            </a:lvl1pPr>
            <a:lvl2pPr marL="324000" indent="0">
              <a:spcBef>
                <a:spcPts val="0"/>
              </a:spcBef>
              <a:buFontTx/>
              <a:buNone/>
              <a:defRPr sz="1600"/>
            </a:lvl2pPr>
            <a:lvl3pPr marL="324000" indent="0">
              <a:spcBef>
                <a:spcPts val="0"/>
              </a:spcBef>
              <a:buFontTx/>
              <a:buNone/>
              <a:defRPr sz="1600"/>
            </a:lvl3pPr>
            <a:lvl4pPr marL="324000" indent="0">
              <a:spcBef>
                <a:spcPts val="0"/>
              </a:spcBef>
              <a:buFontTx/>
              <a:buNone/>
              <a:defRPr sz="1600"/>
            </a:lvl4pPr>
            <a:lvl5pPr marL="324000" indent="0">
              <a:spcBef>
                <a:spcPts val="0"/>
              </a:spcBef>
              <a:buFontTx/>
              <a:buNone/>
              <a:defRPr sz="1600"/>
            </a:lvl5pPr>
          </a:lstStyle>
          <a:p>
            <a:pPr lvl="0"/>
            <a:r>
              <a:rPr lang="de-DE" dirty="0" err="1"/>
              <a:t>Agendapunkt</a:t>
            </a:r>
            <a:r>
              <a:rPr lang="de-DE" dirty="0"/>
              <a:t> Sparkasse Md 20pt</a:t>
            </a:r>
          </a:p>
          <a:p>
            <a:pPr lvl="1"/>
            <a:r>
              <a:rPr lang="de-DE" dirty="0"/>
              <a:t>1.1 Zweite Ebene</a:t>
            </a:r>
          </a:p>
          <a:p>
            <a:pPr lvl="2"/>
            <a:r>
              <a:rPr lang="de-DE" dirty="0"/>
              <a:t>Dritte Ebene</a:t>
            </a:r>
          </a:p>
          <a:p>
            <a:pPr lvl="3"/>
            <a:r>
              <a:rPr lang="de-DE" dirty="0"/>
              <a:t>Vierte Ebene</a:t>
            </a:r>
          </a:p>
          <a:p>
            <a:pPr lvl="4"/>
            <a:r>
              <a:rPr lang="de-DE" dirty="0"/>
              <a:t>Fünfte Ebene</a:t>
            </a:r>
          </a:p>
        </p:txBody>
      </p:sp>
      <p:sp>
        <p:nvSpPr>
          <p:cNvPr id="5" name="Fußzeilenplatzhalter 4">
            <a:extLst>
              <a:ext uri="{FF2B5EF4-FFF2-40B4-BE49-F238E27FC236}">
                <a16:creationId xmlns:a16="http://schemas.microsoft.com/office/drawing/2014/main" id="{E51B1FE4-8CBE-D228-3388-3997A119D9BA}"/>
              </a:ext>
            </a:extLst>
          </p:cNvPr>
          <p:cNvSpPr>
            <a:spLocks noGrp="1"/>
          </p:cNvSpPr>
          <p:nvPr>
            <p:ph type="ftr" sz="quarter" idx="13"/>
          </p:nvPr>
        </p:nvSpPr>
        <p:spPr/>
        <p:txBody>
          <a:bodyPr/>
          <a:lstStyle/>
          <a:p>
            <a:r>
              <a:rPr lang="de-DE"/>
              <a:t>Titel der Präsentation | Name | Ort, Datum</a:t>
            </a:r>
          </a:p>
        </p:txBody>
      </p:sp>
    </p:spTree>
    <p:extLst>
      <p:ext uri="{BB962C8B-B14F-4D97-AF65-F5344CB8AC3E}">
        <p14:creationId xmlns:p14="http://schemas.microsoft.com/office/powerpoint/2010/main" val="3068088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p:txBody>
          <a:bodyPr/>
          <a:lstStyle>
            <a:lvl1pPr>
              <a:defRPr/>
            </a:lvl1pPr>
          </a:lstStyle>
          <a:p>
            <a:r>
              <a:rPr lang="de-DE" dirty="0"/>
              <a:t>Inhalt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4" name="Textplatzhalter 2">
            <a:extLst>
              <a:ext uri="{FF2B5EF4-FFF2-40B4-BE49-F238E27FC236}">
                <a16:creationId xmlns:a16="http://schemas.microsoft.com/office/drawing/2014/main" id="{1C6106C1-ACC7-8651-56FC-9C4D79721FBD}"/>
              </a:ext>
            </a:extLst>
          </p:cNvPr>
          <p:cNvSpPr>
            <a:spLocks noGrp="1"/>
          </p:cNvSpPr>
          <p:nvPr>
            <p:ph idx="1" hasCustomPrompt="1"/>
          </p:nvPr>
        </p:nvSpPr>
        <p:spPr>
          <a:xfrm>
            <a:off x="1150866" y="1566000"/>
            <a:ext cx="10488613" cy="4734000"/>
          </a:xfrm>
          <a:prstGeom prst="rect">
            <a:avLst/>
          </a:prstGeom>
        </p:spPr>
        <p:txBody>
          <a:bodyPr vert="horz" lIns="0" tIns="0" rIns="0" bIns="0" numCol="3" spcCol="180000" rtlCol="0" anchor="t" anchorCtr="0">
            <a:noAutofit/>
          </a:bodyPr>
          <a:lstStyle>
            <a:lvl1pPr marL="324000" indent="-324000">
              <a:lnSpc>
                <a:spcPct val="100000"/>
              </a:lnSpc>
              <a:spcBef>
                <a:spcPts val="2200"/>
              </a:spcBef>
              <a:buFont typeface="+mj-lt"/>
              <a:buAutoNum type="arabicPeriod"/>
              <a:tabLst>
                <a:tab pos="324000" algn="l"/>
              </a:tabLst>
              <a:defRPr sz="1600">
                <a:latin typeface="Sparkasse Medium" panose="020B0603080202020204" pitchFamily="34" charset="0"/>
                <a:ea typeface="Aero Medium" pitchFamily="2" charset="0"/>
              </a:defRPr>
            </a:lvl1pPr>
            <a:lvl2pPr marL="324000" indent="0">
              <a:lnSpc>
                <a:spcPct val="113000"/>
              </a:lnSpc>
              <a:spcBef>
                <a:spcPts val="0"/>
              </a:spcBef>
              <a:buFontTx/>
              <a:buNone/>
              <a:defRPr sz="1600"/>
            </a:lvl2pPr>
            <a:lvl3pPr marL="324000" indent="0">
              <a:lnSpc>
                <a:spcPct val="113000"/>
              </a:lnSpc>
              <a:spcBef>
                <a:spcPts val="0"/>
              </a:spcBef>
              <a:buFontTx/>
              <a:buNone/>
              <a:defRPr sz="1600"/>
            </a:lvl3pPr>
            <a:lvl4pPr marL="324000" indent="0">
              <a:lnSpc>
                <a:spcPct val="113000"/>
              </a:lnSpc>
              <a:spcBef>
                <a:spcPts val="0"/>
              </a:spcBef>
              <a:buFontTx/>
              <a:buNone/>
              <a:defRPr sz="1600"/>
            </a:lvl4pPr>
            <a:lvl5pPr marL="324000" indent="0">
              <a:lnSpc>
                <a:spcPct val="113000"/>
              </a:lnSpc>
              <a:spcBef>
                <a:spcPts val="0"/>
              </a:spcBef>
              <a:buFontTx/>
              <a:buNone/>
              <a:defRPr sz="1600"/>
            </a:lvl5pPr>
          </a:lstStyle>
          <a:p>
            <a:pPr lvl="0"/>
            <a:r>
              <a:rPr lang="de-DE" dirty="0" err="1"/>
              <a:t>Agendapunkt</a:t>
            </a:r>
            <a:r>
              <a:rPr lang="de-DE" dirty="0"/>
              <a:t> Sparkasse Md 16pt</a:t>
            </a:r>
          </a:p>
          <a:p>
            <a:pPr lvl="1"/>
            <a:r>
              <a:rPr lang="de-DE" dirty="0"/>
              <a:t>1.1 Zweite Ebene</a:t>
            </a:r>
          </a:p>
          <a:p>
            <a:pPr lvl="2"/>
            <a:r>
              <a:rPr lang="de-DE" dirty="0"/>
              <a:t>Dritte Ebene</a:t>
            </a:r>
          </a:p>
          <a:p>
            <a:pPr lvl="3"/>
            <a:r>
              <a:rPr lang="de-DE" dirty="0"/>
              <a:t>Vierte Ebene</a:t>
            </a:r>
          </a:p>
          <a:p>
            <a:pPr lvl="4"/>
            <a:r>
              <a:rPr lang="de-DE" dirty="0"/>
              <a:t>Fünfte Ebene</a:t>
            </a:r>
          </a:p>
        </p:txBody>
      </p:sp>
      <p:cxnSp>
        <p:nvCxnSpPr>
          <p:cNvPr id="33" name="Gerader Verbinder 32">
            <a:extLst>
              <a:ext uri="{FF2B5EF4-FFF2-40B4-BE49-F238E27FC236}">
                <a16:creationId xmlns:a16="http://schemas.microsoft.com/office/drawing/2014/main" id="{3D8AD20F-582F-905F-CD69-8556B9254432}"/>
              </a:ext>
            </a:extLst>
          </p:cNvPr>
          <p:cNvCxnSpPr>
            <a:cxnSpLocks/>
          </p:cNvCxnSpPr>
          <p:nvPr userDrawn="1"/>
        </p:nvCxnSpPr>
        <p:spPr>
          <a:xfrm>
            <a:off x="1150868" y="1401763"/>
            <a:ext cx="1049027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ußzeilenplatzhalter 6">
            <a:extLst>
              <a:ext uri="{FF2B5EF4-FFF2-40B4-BE49-F238E27FC236}">
                <a16:creationId xmlns:a16="http://schemas.microsoft.com/office/drawing/2014/main" id="{1CE48883-AA48-234A-87C5-6A89A76C900D}"/>
              </a:ext>
            </a:extLst>
          </p:cNvPr>
          <p:cNvSpPr>
            <a:spLocks noGrp="1"/>
          </p:cNvSpPr>
          <p:nvPr>
            <p:ph type="ftr" sz="quarter" idx="13"/>
          </p:nvPr>
        </p:nvSpPr>
        <p:spPr/>
        <p:txBody>
          <a:bodyPr/>
          <a:lstStyle/>
          <a:p>
            <a:r>
              <a:rPr lang="de-DE"/>
              <a:t>Titel der Präsentation | Name | Ort, Datum</a:t>
            </a:r>
          </a:p>
        </p:txBody>
      </p:sp>
    </p:spTree>
    <p:extLst>
      <p:ext uri="{BB962C8B-B14F-4D97-AF65-F5344CB8AC3E}">
        <p14:creationId xmlns:p14="http://schemas.microsoft.com/office/powerpoint/2010/main" val="1374611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Kapiteltrenner-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19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692400"/>
            <a:ext cx="10488614" cy="3619616"/>
          </a:xfrm>
        </p:spPr>
        <p:txBody>
          <a:bodyPr anchor="t" anchorCtr="0"/>
          <a:lstStyle>
            <a:lvl1pPr algn="ctr">
              <a:defRPr sz="6000">
                <a:solidFill>
                  <a:schemeClr val="bg1"/>
                </a:solidFill>
              </a:defRPr>
            </a:lvl1pPr>
          </a:lstStyle>
          <a:p>
            <a:r>
              <a:rPr lang="de-DE" dirty="0" err="1"/>
              <a:t>Kapiteltrenner</a:t>
            </a:r>
            <a:r>
              <a:rPr lang="de-DE" dirty="0"/>
              <a:t> #1 </a:t>
            </a:r>
            <a:br>
              <a:rPr lang="de-DE" dirty="0"/>
            </a:br>
            <a:r>
              <a:rPr lang="de-DE" dirty="0"/>
              <a:t>Sparkasse Head 60pt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2052000"/>
            <a:ext cx="10490400" cy="640400"/>
          </a:xfrm>
        </p:spPr>
        <p:txBody>
          <a:bodyPr/>
          <a:lstStyle>
            <a:lvl1pPr marL="0" indent="0" algn="ctr">
              <a:lnSpc>
                <a:spcPct val="100000"/>
              </a:lnSpc>
              <a:spcBef>
                <a:spcPts val="0"/>
              </a:spcBef>
              <a:buNone/>
              <a:defRPr sz="4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506877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Kapiteltrenner-Folie #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000" y="0"/>
            <a:ext cx="11581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080800"/>
            <a:ext cx="10488614" cy="2160000"/>
          </a:xfrm>
        </p:spPr>
        <p:txBody>
          <a:bodyPr anchor="t" anchorCtr="0"/>
          <a:lstStyle>
            <a:lvl1pPr algn="ctr">
              <a:lnSpc>
                <a:spcPct val="80000"/>
              </a:lnSpc>
              <a:defRPr sz="20000">
                <a:solidFill>
                  <a:schemeClr val="bg1"/>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377747"/>
            <a:ext cx="10490400" cy="663295"/>
          </a:xfrm>
        </p:spPr>
        <p:txBody>
          <a:bodyPr/>
          <a:lstStyle>
            <a:lvl1pPr marL="0" indent="0" algn="ctr">
              <a:spcBef>
                <a:spcPts val="0"/>
              </a:spcBef>
              <a:buNone/>
              <a:defRPr sz="30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#2 Sparkasse </a:t>
            </a:r>
            <a:r>
              <a:rPr lang="de-DE" dirty="0" err="1"/>
              <a:t>Rg</a:t>
            </a:r>
            <a:r>
              <a:rPr lang="de-DE" dirty="0"/>
              <a:t>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2890273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Kapiteltrenner-Folie #3">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080800"/>
            <a:ext cx="10488614" cy="2160000"/>
          </a:xfrm>
        </p:spPr>
        <p:txBody>
          <a:bodyPr anchor="t" anchorCtr="0"/>
          <a:lstStyle>
            <a:lvl1pPr algn="ctr">
              <a:lnSpc>
                <a:spcPct val="80000"/>
              </a:lnSpc>
              <a:defRPr sz="20000">
                <a:solidFill>
                  <a:schemeClr val="tx2"/>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377747"/>
            <a:ext cx="10490400" cy="663295"/>
          </a:xfrm>
        </p:spPr>
        <p:txBody>
          <a:bodyPr/>
          <a:lstStyle>
            <a:lvl1pPr marL="0" indent="0" algn="ctr">
              <a:spcBef>
                <a:spcPts val="0"/>
              </a:spcBef>
              <a:buNone/>
              <a:defRPr sz="3000">
                <a:solidFill>
                  <a:schemeClr val="tx1"/>
                </a:solidFill>
                <a:latin typeface="Sparkasse Medium" panose="020B060308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#3 Sparkasse Md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2470044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Kapiteltrenner-Folie #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39164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080000" y="2159998"/>
            <a:ext cx="2836800" cy="2573083"/>
          </a:xfrm>
        </p:spPr>
        <p:txBody>
          <a:bodyPr anchor="ctr" anchorCtr="0"/>
          <a:lstStyle>
            <a:lvl1pPr algn="ctr">
              <a:lnSpc>
                <a:spcPct val="80000"/>
              </a:lnSpc>
              <a:defRPr sz="10000">
                <a:solidFill>
                  <a:schemeClr val="bg1"/>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4685344" y="2159999"/>
            <a:ext cx="6957056" cy="2402516"/>
          </a:xfrm>
        </p:spPr>
        <p:txBody>
          <a:bodyPr anchor="ctr" anchorCtr="0"/>
          <a:lstStyle>
            <a:lvl1pPr marL="0" indent="0" algn="ctr">
              <a:spcBef>
                <a:spcPts val="0"/>
              </a:spcBef>
              <a:buNone/>
              <a:defRPr sz="3000">
                <a:solidFill>
                  <a:schemeClr val="tx1"/>
                </a:solidFill>
                <a:latin typeface="Sparkasse Medium" panose="020B060308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#4 </a:t>
            </a:r>
            <a:br>
              <a:rPr lang="de-DE" dirty="0"/>
            </a:br>
            <a:r>
              <a:rPr lang="de-DE" dirty="0"/>
              <a:t>Sparkasse Md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73199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apiteltrenner-Folie #5">
    <p:spTree>
      <p:nvGrpSpPr>
        <p:cNvPr id="1" name=""/>
        <p:cNvGrpSpPr/>
        <p:nvPr/>
      </p:nvGrpSpPr>
      <p:grpSpPr>
        <a:xfrm>
          <a:off x="0" y="0"/>
          <a:ext cx="0" cy="0"/>
          <a:chOff x="0" y="0"/>
          <a:chExt cx="0" cy="0"/>
        </a:xfrm>
      </p:grpSpPr>
      <p:sp>
        <p:nvSpPr>
          <p:cNvPr id="10" name="Bildplatzhalter 4">
            <a:extLst>
              <a:ext uri="{FF2B5EF4-FFF2-40B4-BE49-F238E27FC236}">
                <a16:creationId xmlns:a16="http://schemas.microsoft.com/office/drawing/2014/main" id="{F33785CD-D20E-FB23-4874-64E658A300D3}"/>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3129280"/>
            <a:ext cx="10488614" cy="1339722"/>
          </a:xfrm>
        </p:spPr>
        <p:txBody>
          <a:bodyPr anchor="t" anchorCtr="0"/>
          <a:lstStyle>
            <a:lvl1pPr algn="ctr">
              <a:defRPr sz="4800">
                <a:solidFill>
                  <a:schemeClr val="bg1"/>
                </a:solidFill>
              </a:defRPr>
            </a:lvl1pPr>
          </a:lstStyle>
          <a:p>
            <a:r>
              <a:rPr lang="de-DE" dirty="0" err="1"/>
              <a:t>Kapiteltrenner</a:t>
            </a:r>
            <a:r>
              <a:rPr lang="de-DE" dirty="0"/>
              <a:t> #5 </a:t>
            </a:r>
            <a:br>
              <a:rPr lang="de-DE" dirty="0"/>
            </a:br>
            <a:r>
              <a:rPr lang="de-DE" dirty="0"/>
              <a:t>Sparkasse Head 48pt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2326640"/>
            <a:ext cx="10490400" cy="639237"/>
          </a:xfrm>
        </p:spPr>
        <p:txBody>
          <a:bodyPr/>
          <a:lstStyle>
            <a:lvl1pPr marL="0" indent="0" algn="ctr">
              <a:lnSpc>
                <a:spcPct val="100000"/>
              </a:lnSpc>
              <a:spcBef>
                <a:spcPts val="0"/>
              </a:spcBef>
              <a:buNone/>
              <a:defRPr sz="4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3960054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apiteltrenner-Folie #6">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07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388740"/>
            <a:ext cx="6733618" cy="3910459"/>
          </a:xfrm>
        </p:spPr>
        <p:txBody>
          <a:bodyPr anchor="t" anchorCtr="0"/>
          <a:lstStyle>
            <a:lvl1pPr algn="l">
              <a:defRPr sz="4800">
                <a:solidFill>
                  <a:schemeClr val="bg1"/>
                </a:solidFill>
              </a:defRPr>
            </a:lvl1pPr>
          </a:lstStyle>
          <a:p>
            <a:r>
              <a:rPr lang="de-DE" dirty="0" err="1"/>
              <a:t>Kapiteltrenner</a:t>
            </a:r>
            <a:r>
              <a:rPr lang="de-DE" dirty="0"/>
              <a:t> #6 </a:t>
            </a:r>
            <a:br>
              <a:rPr lang="de-DE" dirty="0"/>
            </a:br>
            <a:r>
              <a:rPr lang="de-DE" dirty="0"/>
              <a:t>Sparkasse Head 48pt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1699621"/>
            <a:ext cx="6734765" cy="360000"/>
          </a:xfrm>
        </p:spPr>
        <p:txBody>
          <a:bodyPr/>
          <a:lstStyle>
            <a:lvl1pPr marL="0" indent="0" algn="l">
              <a:lnSpc>
                <a:spcPct val="100000"/>
              </a:lnSpc>
              <a:spcBef>
                <a:spcPts val="0"/>
              </a:spcBef>
              <a:buNone/>
              <a:defRPr sz="3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Bildplatzhalter 4">
            <a:extLst>
              <a:ext uri="{FF2B5EF4-FFF2-40B4-BE49-F238E27FC236}">
                <a16:creationId xmlns:a16="http://schemas.microsoft.com/office/drawing/2014/main" id="{8C2D2830-9194-FB31-E576-D3CCF216298C}"/>
              </a:ext>
            </a:extLst>
          </p:cNvPr>
          <p:cNvSpPr>
            <a:spLocks noGrp="1"/>
          </p:cNvSpPr>
          <p:nvPr>
            <p:ph type="pic" sz="quarter" idx="13" hasCustomPrompt="1"/>
          </p:nvPr>
        </p:nvSpPr>
        <p:spPr>
          <a:xfrm>
            <a:off x="8085470" y="0"/>
            <a:ext cx="4106530" cy="6858000"/>
          </a:xfrm>
          <a:solidFill>
            <a:schemeClr val="bg1">
              <a:lumMod val="95000"/>
            </a:schemeClr>
          </a:solidFill>
        </p:spPr>
        <p:txBody>
          <a:bodyPr lIns="72000" tIns="72000"/>
          <a:lstStyle>
            <a:lvl1pPr>
              <a:defRPr sz="1000"/>
            </a:lvl1pPr>
          </a:lstStyle>
          <a:p>
            <a:pPr marL="0" marR="0" lvl="0" indent="0" algn="l" defTabSz="914400" rtl="0" eaLnBrk="1" fontAlgn="auto" latinLnBrk="0" hangingPunct="1">
              <a:lnSpc>
                <a:spcPct val="114000"/>
              </a:lnSpc>
              <a:spcBef>
                <a:spcPts val="1800"/>
              </a:spcBef>
              <a:spcAft>
                <a:spcPts val="0"/>
              </a:spcAft>
              <a:buClrTx/>
              <a:buSzTx/>
              <a:buFontTx/>
              <a:buNone/>
              <a:tabLst/>
              <a:defRPr/>
            </a:pPr>
            <a:r>
              <a:rPr lang="de-DE" noProof="0" dirty="0"/>
              <a:t>Bitte fügen Sie ein Bild über Klick auf das Symbol im Platzhalter ein </a:t>
            </a:r>
            <a:r>
              <a:rPr lang="de-DE" dirty="0"/>
              <a:t>und stellen sie es über Anordnen &gt; In den Hintergrund</a:t>
            </a:r>
            <a:r>
              <a:rPr lang="de-DE" noProof="0" dirty="0"/>
              <a:t>. Oder mit Klick auf den Platzhalter und der rechten Maustaste den Befehl „Bild einfügen“ auswählen. Oder ein Bild aus der Zwischenablage in den angeklickten Platzhalter einfügen. Format </a:t>
            </a:r>
            <a:r>
              <a:rPr lang="de-DE" dirty="0"/>
              <a:t>11,41 x 19,05 cm.</a:t>
            </a:r>
          </a:p>
        </p:txBody>
      </p:sp>
    </p:spTree>
    <p:extLst>
      <p:ext uri="{BB962C8B-B14F-4D97-AF65-F5344CB8AC3E}">
        <p14:creationId xmlns:p14="http://schemas.microsoft.com/office/powerpoint/2010/main" val="6995017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atement-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19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350000"/>
            <a:ext cx="10488614" cy="2880000"/>
          </a:xfrm>
        </p:spPr>
        <p:txBody>
          <a:bodyPr anchor="b" anchorCtr="0"/>
          <a:lstStyle>
            <a:lvl1pPr algn="ctr">
              <a:lnSpc>
                <a:spcPct val="100000"/>
              </a:lnSpc>
              <a:tabLst/>
              <a:defRPr sz="4800">
                <a:solidFill>
                  <a:schemeClr val="bg1"/>
                </a:solidFill>
              </a:defRPr>
            </a:lvl1pPr>
          </a:lstStyle>
          <a:p>
            <a:r>
              <a:rPr lang="de-DE" dirty="0"/>
              <a:t>»Statement #1 </a:t>
            </a:r>
            <a:br>
              <a:rPr lang="de-DE" dirty="0"/>
            </a:br>
            <a:r>
              <a:rPr lang="de-DE" dirty="0"/>
              <a:t>Sparkasse Head 48pt zentriert </a:t>
            </a:r>
            <a:br>
              <a:rPr lang="de-DE" dirty="0"/>
            </a:br>
            <a:r>
              <a:rPr lang="de-DE" dirty="0"/>
              <a:t>ein- bis vierzeilig«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Untertitel 2">
            <a:extLst>
              <a:ext uri="{FF2B5EF4-FFF2-40B4-BE49-F238E27FC236}">
                <a16:creationId xmlns:a16="http://schemas.microsoft.com/office/drawing/2014/main" id="{6147F71F-55B1-B29B-00C3-246FD7E20937}"/>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bg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14083331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tement-Folie #2">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350000"/>
            <a:ext cx="10488614" cy="2880000"/>
          </a:xfrm>
        </p:spPr>
        <p:txBody>
          <a:bodyPr anchor="b" anchorCtr="0"/>
          <a:lstStyle>
            <a:lvl1pPr algn="ctr">
              <a:lnSpc>
                <a:spcPct val="100000"/>
              </a:lnSpc>
              <a:defRPr sz="4800">
                <a:solidFill>
                  <a:schemeClr val="tx1"/>
                </a:solidFill>
              </a:defRPr>
            </a:lvl1pPr>
          </a:lstStyle>
          <a:p>
            <a:r>
              <a:rPr lang="de-DE" dirty="0"/>
              <a:t>»Statement #2 </a:t>
            </a:r>
            <a:br>
              <a:rPr lang="de-DE" dirty="0"/>
            </a:br>
            <a:r>
              <a:rPr lang="de-DE" dirty="0"/>
              <a:t>Sparkasse Head 48pt zentriert </a:t>
            </a:r>
            <a:br>
              <a:rPr lang="de-DE" dirty="0"/>
            </a:br>
            <a:r>
              <a:rPr lang="de-DE" dirty="0"/>
              <a:t>ein- bis vierzeilig«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tx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4" name="Untertitel 2">
            <a:extLst>
              <a:ext uri="{FF2B5EF4-FFF2-40B4-BE49-F238E27FC236}">
                <a16:creationId xmlns:a16="http://schemas.microsoft.com/office/drawing/2014/main" id="{86EDD31A-D279-36DE-532B-AD75F4472DDD}"/>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tx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23667739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Folie #3">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2482AC49-68BF-CEC7-D064-DFB55C825189}"/>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Titel 1">
            <a:extLst>
              <a:ext uri="{FF2B5EF4-FFF2-40B4-BE49-F238E27FC236}">
                <a16:creationId xmlns:a16="http://schemas.microsoft.com/office/drawing/2014/main" id="{A662E445-3F9C-1689-9EF8-97665E237461}"/>
              </a:ext>
            </a:extLst>
          </p:cNvPr>
          <p:cNvSpPr>
            <a:spLocks noGrp="1"/>
          </p:cNvSpPr>
          <p:nvPr>
            <p:ph type="title" hasCustomPrompt="1"/>
          </p:nvPr>
        </p:nvSpPr>
        <p:spPr>
          <a:xfrm>
            <a:off x="1152524" y="1350000"/>
            <a:ext cx="10488614" cy="2880000"/>
          </a:xfrm>
        </p:spPr>
        <p:txBody>
          <a:bodyPr anchor="b" anchorCtr="0"/>
          <a:lstStyle>
            <a:lvl1pPr algn="ctr">
              <a:lnSpc>
                <a:spcPct val="100000"/>
              </a:lnSpc>
              <a:tabLst/>
              <a:defRPr sz="4800">
                <a:solidFill>
                  <a:schemeClr val="bg1"/>
                </a:solidFill>
              </a:defRPr>
            </a:lvl1pPr>
          </a:lstStyle>
          <a:p>
            <a:r>
              <a:rPr lang="de-DE" dirty="0"/>
              <a:t>»Statement #3 </a:t>
            </a:r>
            <a:br>
              <a:rPr lang="de-DE" dirty="0"/>
            </a:br>
            <a:r>
              <a:rPr lang="de-DE" dirty="0"/>
              <a:t>Sparkasse Head 48pt zentriert </a:t>
            </a:r>
            <a:br>
              <a:rPr lang="de-DE" dirty="0"/>
            </a:br>
            <a:r>
              <a:rPr lang="de-DE" dirty="0"/>
              <a:t>ein- bis vierzeilig«</a:t>
            </a:r>
          </a:p>
        </p:txBody>
      </p:sp>
      <p:sp>
        <p:nvSpPr>
          <p:cNvPr id="7" name="Textplatzhalter 2">
            <a:extLst>
              <a:ext uri="{FF2B5EF4-FFF2-40B4-BE49-F238E27FC236}">
                <a16:creationId xmlns:a16="http://schemas.microsoft.com/office/drawing/2014/main" id="{DADA7B2C-BB1E-E5CF-F561-56B80F142613}"/>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Tree>
    <p:extLst>
      <p:ext uri="{BB962C8B-B14F-4D97-AF65-F5344CB8AC3E}">
        <p14:creationId xmlns:p14="http://schemas.microsoft.com/office/powerpoint/2010/main" val="40944160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Folie #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774" y="0"/>
            <a:ext cx="115804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bg1"/>
                </a:solidFill>
              </a:defRPr>
            </a:lvl1pPr>
          </a:lstStyle>
          <a:p>
            <a:r>
              <a:rPr lang="de-DE" dirty="0"/>
              <a:t>»Statement #4 70pt </a:t>
            </a:r>
            <a:br>
              <a:rPr lang="de-DE" dirty="0"/>
            </a:br>
            <a:r>
              <a:rPr lang="de-DE" dirty="0"/>
              <a:t>ein- bis zweizeilig«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Untertitel 2">
            <a:extLst>
              <a:ext uri="{FF2B5EF4-FFF2-40B4-BE49-F238E27FC236}">
                <a16:creationId xmlns:a16="http://schemas.microsoft.com/office/drawing/2014/main" id="{7F4BE844-4F8F-9FF2-E0D2-49CF96E7D397}"/>
              </a:ext>
            </a:extLst>
          </p:cNvPr>
          <p:cNvSpPr>
            <a:spLocks noGrp="1"/>
          </p:cNvSpPr>
          <p:nvPr>
            <p:ph type="subTitle" idx="13" hasCustomPrompt="1"/>
          </p:nvPr>
        </p:nvSpPr>
        <p:spPr>
          <a:xfrm>
            <a:off x="1152000" y="486000"/>
            <a:ext cx="10488613" cy="468000"/>
          </a:xfrm>
        </p:spPr>
        <p:txBody>
          <a:bodyPr/>
          <a:lstStyle>
            <a:lvl1pPr marL="0" indent="0" algn="l">
              <a:spcBef>
                <a:spcPts val="0"/>
              </a:spcBef>
              <a:buNone/>
              <a:tabLst>
                <a:tab pos="3857625" algn="l"/>
              </a:tabLst>
              <a:defRPr sz="2800">
                <a:solidFill>
                  <a:schemeClr val="bg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3792682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Folie #5">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2" name="Titel 1">
            <a:extLst>
              <a:ext uri="{FF2B5EF4-FFF2-40B4-BE49-F238E27FC236}">
                <a16:creationId xmlns:a16="http://schemas.microsoft.com/office/drawing/2014/main" id="{7EF46AA4-776F-67D3-9248-1E350A7CEBC2}"/>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tx1"/>
                </a:solidFill>
              </a:defRPr>
            </a:lvl1pPr>
          </a:lstStyle>
          <a:p>
            <a:r>
              <a:rPr lang="de-DE" dirty="0"/>
              <a:t>»Statement #5 70pt </a:t>
            </a:r>
            <a:br>
              <a:rPr lang="de-DE" dirty="0"/>
            </a:br>
            <a:r>
              <a:rPr lang="de-DE" dirty="0"/>
              <a:t>ein- bis zweizeilig«</a:t>
            </a:r>
          </a:p>
        </p:txBody>
      </p:sp>
      <p:sp>
        <p:nvSpPr>
          <p:cNvPr id="3" name="Textplatzhalter 2">
            <a:extLst>
              <a:ext uri="{FF2B5EF4-FFF2-40B4-BE49-F238E27FC236}">
                <a16:creationId xmlns:a16="http://schemas.microsoft.com/office/drawing/2014/main" id="{4F51F540-12FB-2C90-93EE-729F79EF2EA8}"/>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tx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4" name="Untertitel 2">
            <a:extLst>
              <a:ext uri="{FF2B5EF4-FFF2-40B4-BE49-F238E27FC236}">
                <a16:creationId xmlns:a16="http://schemas.microsoft.com/office/drawing/2014/main" id="{342D12E8-8E0A-5EB8-B4D3-7F64A54EBEC8}"/>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tx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7343019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atement-Folie #6">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2482AC49-68BF-CEC7-D064-DFB55C825189}"/>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2" name="Titel 1">
            <a:extLst>
              <a:ext uri="{FF2B5EF4-FFF2-40B4-BE49-F238E27FC236}">
                <a16:creationId xmlns:a16="http://schemas.microsoft.com/office/drawing/2014/main" id="{CB7D770E-8DC5-6983-D02A-F082507E200D}"/>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bg1"/>
                </a:solidFill>
              </a:defRPr>
            </a:lvl1pPr>
          </a:lstStyle>
          <a:p>
            <a:r>
              <a:rPr lang="de-DE" dirty="0"/>
              <a:t>»Statement #6 70pt </a:t>
            </a:r>
            <a:br>
              <a:rPr lang="de-DE" dirty="0"/>
            </a:br>
            <a:r>
              <a:rPr lang="de-DE" dirty="0"/>
              <a:t>ein- bis zweizeilig«</a:t>
            </a:r>
          </a:p>
        </p:txBody>
      </p:sp>
      <p:sp>
        <p:nvSpPr>
          <p:cNvPr id="3" name="Textplatzhalter 2">
            <a:extLst>
              <a:ext uri="{FF2B5EF4-FFF2-40B4-BE49-F238E27FC236}">
                <a16:creationId xmlns:a16="http://schemas.microsoft.com/office/drawing/2014/main" id="{50A7BA38-3926-531B-83E5-3A0D394F17F3}"/>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Tree>
    <p:extLst>
      <p:ext uri="{BB962C8B-B14F-4D97-AF65-F5344CB8AC3E}">
        <p14:creationId xmlns:p14="http://schemas.microsoft.com/office/powerpoint/2010/main" val="31053653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#1</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0" y="1567298"/>
            <a:ext cx="10490399" cy="4731902"/>
          </a:xfrm>
        </p:spPr>
        <p:txBody>
          <a:bodyPr/>
          <a:lstStyle>
            <a:lvl1pPr>
              <a:defRPr/>
            </a:lvl1pPr>
            <a:lvl2pPr>
              <a:spcBef>
                <a:spcPts val="600"/>
              </a:spcBef>
              <a:defRPr/>
            </a:lvl2pPr>
            <a:lvl3pPr>
              <a:spcBef>
                <a:spcPts val="600"/>
              </a:spcBef>
              <a:defRPr/>
            </a:lvl3pPr>
            <a:lvl4pPr>
              <a:spcBef>
                <a:spcPts val="600"/>
              </a:spcBef>
              <a:defRPr/>
            </a:lvl4pPr>
            <a:lvl5pPr>
              <a:spcBef>
                <a:spcPts val="60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525"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extplatzhalter 2">
            <a:extLst>
              <a:ext uri="{FF2B5EF4-FFF2-40B4-BE49-F238E27FC236}">
                <a16:creationId xmlns:a16="http://schemas.microsoft.com/office/drawing/2014/main" id="{AF94ACF5-E151-671E-5405-AF5ED2F70F7F}"/>
              </a:ext>
            </a:extLst>
          </p:cNvPr>
          <p:cNvSpPr>
            <a:spLocks noGrp="1"/>
          </p:cNvSpPr>
          <p:nvPr>
            <p:ph type="body" idx="15" hasCustomPrompt="1"/>
          </p:nvPr>
        </p:nvSpPr>
        <p:spPr>
          <a:xfrm>
            <a:off x="1152000" y="6181612"/>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E1B9ADAC-4953-A414-5F44-15432B379475}"/>
              </a:ext>
            </a:extLst>
          </p:cNvPr>
          <p:cNvSpPr>
            <a:spLocks noGrp="1"/>
          </p:cNvSpPr>
          <p:nvPr>
            <p:ph type="ftr" sz="quarter" idx="16"/>
          </p:nvPr>
        </p:nvSpPr>
        <p:spPr/>
        <p:txBody>
          <a:bodyPr/>
          <a:lstStyle/>
          <a:p>
            <a:r>
              <a:rPr lang="de-DE"/>
              <a:t>Titel der Präsentation | Name | Ort, Datum</a:t>
            </a:r>
          </a:p>
        </p:txBody>
      </p:sp>
    </p:spTree>
    <p:extLst>
      <p:ext uri="{BB962C8B-B14F-4D97-AF65-F5344CB8AC3E}">
        <p14:creationId xmlns:p14="http://schemas.microsoft.com/office/powerpoint/2010/main" val="36488139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#2</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565999"/>
            <a:ext cx="5155198" cy="4733201"/>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6487204" y="1565999"/>
            <a:ext cx="5155198" cy="4733201"/>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FDFC7014-5E7D-BE9E-F249-054FBAED7792}"/>
              </a:ext>
            </a:extLst>
          </p:cNvPr>
          <p:cNvSpPr>
            <a:spLocks noGrp="1"/>
          </p:cNvSpPr>
          <p:nvPr>
            <p:ph type="body" idx="16"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C32D2C30-2C10-8E46-D2B3-2EED3216570B}"/>
              </a:ext>
            </a:extLst>
          </p:cNvPr>
          <p:cNvSpPr>
            <a:spLocks noGrp="1"/>
          </p:cNvSpPr>
          <p:nvPr>
            <p:ph type="ftr" sz="quarter" idx="17"/>
          </p:nvPr>
        </p:nvSpPr>
        <p:spPr/>
        <p:txBody>
          <a:bodyPr/>
          <a:lstStyle/>
          <a:p>
            <a:r>
              <a:rPr lang="de-DE"/>
              <a:t>Titel der Präsentation | Name | Ort, Datum</a:t>
            </a:r>
          </a:p>
        </p:txBody>
      </p:sp>
    </p:spTree>
    <p:extLst>
      <p:ext uri="{BB962C8B-B14F-4D97-AF65-F5344CB8AC3E}">
        <p14:creationId xmlns:p14="http://schemas.microsoft.com/office/powerpoint/2010/main" val="489291536"/>
      </p:ext>
    </p:extLst>
  </p:cSld>
  <p:clrMapOvr>
    <a:masterClrMapping/>
  </p:clrMapOvr>
  <p:extLst>
    <p:ext uri="{DCECCB84-F9BA-43D5-87BE-67443E8EF086}">
      <p15:sldGuideLst xmlns:p15="http://schemas.microsoft.com/office/powerpoint/2012/main">
        <p15:guide id="1" pos="3973" userDrawn="1">
          <p15:clr>
            <a:srgbClr val="FBAE40"/>
          </p15:clr>
        </p15:guide>
        <p15:guide id="2" pos="4086"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Folie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#3</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565999"/>
            <a:ext cx="3377137"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8265263" y="1565999"/>
            <a:ext cx="3377138"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4706606" y="1565999"/>
            <a:ext cx="3377137"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334D0129-0806-256C-6F30-6B5E99E79E7B}"/>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p>
            <a:r>
              <a:rPr lang="de-DE"/>
              <a:t>Titel der Präsentation | Name | Ort, Datum</a:t>
            </a:r>
          </a:p>
        </p:txBody>
      </p:sp>
    </p:spTree>
    <p:extLst>
      <p:ext uri="{BB962C8B-B14F-4D97-AF65-F5344CB8AC3E}">
        <p14:creationId xmlns:p14="http://schemas.microsoft.com/office/powerpoint/2010/main" val="1474049966"/>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#4</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2" y="1565999"/>
            <a:ext cx="2486466"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4172650" y="1565999"/>
            <a:ext cx="7469751"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2">
            <a:extLst>
              <a:ext uri="{FF2B5EF4-FFF2-40B4-BE49-F238E27FC236}">
                <a16:creationId xmlns:a16="http://schemas.microsoft.com/office/drawing/2014/main" id="{89C4115B-C0CB-09D1-A1FA-1947589EDEE4}"/>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3BB826EB-6448-19DD-B2C8-2271AB5A6342}"/>
              </a:ext>
            </a:extLst>
          </p:cNvPr>
          <p:cNvSpPr>
            <a:spLocks noGrp="1"/>
          </p:cNvSpPr>
          <p:nvPr>
            <p:ph type="ftr" sz="quarter" idx="18"/>
          </p:nvPr>
        </p:nvSpPr>
        <p:spPr/>
        <p:txBody>
          <a:bodyPr/>
          <a:lstStyle/>
          <a:p>
            <a:r>
              <a:rPr lang="de-DE" dirty="0"/>
              <a:t>Titel der Präsentation | Name | Ort, Datum</a:t>
            </a:r>
          </a:p>
        </p:txBody>
      </p:sp>
    </p:spTree>
    <p:extLst>
      <p:ext uri="{BB962C8B-B14F-4D97-AF65-F5344CB8AC3E}">
        <p14:creationId xmlns:p14="http://schemas.microsoft.com/office/powerpoint/2010/main" val="1182916904"/>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Folie #5">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39BA2681-781F-5257-1717-6FB8C8A710D7}"/>
              </a:ext>
            </a:extLst>
          </p:cNvPr>
          <p:cNvSpPr/>
          <p:nvPr userDrawn="1"/>
        </p:nvSpPr>
        <p:spPr>
          <a:xfrm>
            <a:off x="611226" y="0"/>
            <a:ext cx="39164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lvl1pPr>
              <a:defRPr>
                <a:solidFill>
                  <a:schemeClr val="tx1"/>
                </a:solidFill>
              </a:defRPr>
            </a:lvl1pPr>
          </a:lstStyle>
          <a:p>
            <a:r>
              <a:rPr lang="de-DE"/>
              <a:t>Titel der Präsentation | Name | Ort, Datum</a:t>
            </a:r>
            <a:endParaRPr lang="de-DE" dirty="0"/>
          </a:p>
        </p:txBody>
      </p:sp>
      <p:sp>
        <p:nvSpPr>
          <p:cNvPr id="5" name="Titel 1">
            <a:extLst>
              <a:ext uri="{FF2B5EF4-FFF2-40B4-BE49-F238E27FC236}">
                <a16:creationId xmlns:a16="http://schemas.microsoft.com/office/drawing/2014/main" id="{20138EA7-8454-0FD4-2F08-66C93DC5A1BB}"/>
              </a:ext>
            </a:extLst>
          </p:cNvPr>
          <p:cNvSpPr>
            <a:spLocks noGrp="1"/>
          </p:cNvSpPr>
          <p:nvPr>
            <p:ph type="title" hasCustomPrompt="1"/>
          </p:nvPr>
        </p:nvSpPr>
        <p:spPr>
          <a:xfrm>
            <a:off x="1163876" y="486000"/>
            <a:ext cx="2903618" cy="913979"/>
          </a:xfrm>
        </p:spPr>
        <p:txBody>
          <a:bodyPr/>
          <a:lstStyle>
            <a:lvl1pPr>
              <a:defRPr>
                <a:solidFill>
                  <a:schemeClr val="bg1"/>
                </a:solidFill>
              </a:defRPr>
            </a:lvl1pPr>
          </a:lstStyle>
          <a:p>
            <a:r>
              <a:rPr lang="de-DE" dirty="0"/>
              <a:t>Headline ein- bis max. zweizeilig #5</a:t>
            </a:r>
          </a:p>
        </p:txBody>
      </p:sp>
      <p:sp>
        <p:nvSpPr>
          <p:cNvPr id="8" name="Textplatzhalter 2">
            <a:extLst>
              <a:ext uri="{FF2B5EF4-FFF2-40B4-BE49-F238E27FC236}">
                <a16:creationId xmlns:a16="http://schemas.microsoft.com/office/drawing/2014/main" id="{5E9DE5B5-B745-CB7C-A84D-FB53CA7759F3}"/>
              </a:ext>
            </a:extLst>
          </p:cNvPr>
          <p:cNvSpPr>
            <a:spLocks noGrp="1"/>
          </p:cNvSpPr>
          <p:nvPr>
            <p:ph type="body" idx="13" hasCustomPrompt="1"/>
          </p:nvPr>
        </p:nvSpPr>
        <p:spPr>
          <a:xfrm>
            <a:off x="1163876" y="266400"/>
            <a:ext cx="2903615"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cxnSp>
        <p:nvCxnSpPr>
          <p:cNvPr id="13" name="Gerader Verbinder 12">
            <a:extLst>
              <a:ext uri="{FF2B5EF4-FFF2-40B4-BE49-F238E27FC236}">
                <a16:creationId xmlns:a16="http://schemas.microsoft.com/office/drawing/2014/main" id="{90DA1AD2-8476-8986-E68E-91F811800359}"/>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Inhaltsplatzhalter 2">
            <a:extLst>
              <a:ext uri="{FF2B5EF4-FFF2-40B4-BE49-F238E27FC236}">
                <a16:creationId xmlns:a16="http://schemas.microsoft.com/office/drawing/2014/main" id="{79BBDAF3-00BF-92A5-5327-3DAD4438D671}"/>
              </a:ext>
            </a:extLst>
          </p:cNvPr>
          <p:cNvSpPr>
            <a:spLocks noGrp="1"/>
          </p:cNvSpPr>
          <p:nvPr>
            <p:ph idx="19" hasCustomPrompt="1"/>
          </p:nvPr>
        </p:nvSpPr>
        <p:spPr>
          <a:xfrm>
            <a:off x="1163874" y="1565999"/>
            <a:ext cx="2903628" cy="4734000"/>
          </a:xfrm>
        </p:spPr>
        <p:txBody>
          <a:bodyPr/>
          <a:lstStyle>
            <a:lvl1pPr>
              <a:defRPr>
                <a:solidFill>
                  <a:schemeClr val="bg1"/>
                </a:solidFill>
              </a:defRPr>
            </a:lvl1pPr>
            <a:lvl2pPr marL="216000" indent="-216000">
              <a:spcBef>
                <a:spcPts val="0"/>
              </a:spcBef>
              <a:buClr>
                <a:schemeClr val="bg1"/>
              </a:buClr>
              <a:buFont typeface="Arial" panose="020B0604020202020204" pitchFamily="34" charset="0"/>
              <a:buChar char="•"/>
              <a:defRPr>
                <a:solidFill>
                  <a:schemeClr val="bg1"/>
                </a:solidFill>
              </a:defRPr>
            </a:lvl2pPr>
            <a:lvl3pPr>
              <a:spcBef>
                <a:spcPts val="0"/>
              </a:spcBef>
              <a:buClr>
                <a:schemeClr val="bg1"/>
              </a:buClr>
              <a:defRPr>
                <a:solidFill>
                  <a:schemeClr val="bg1"/>
                </a:solidFill>
              </a:defRPr>
            </a:lvl3pPr>
            <a:lvl4pPr>
              <a:spcBef>
                <a:spcPts val="0"/>
              </a:spcBef>
              <a:buClr>
                <a:schemeClr val="bg1"/>
              </a:buClr>
              <a:defRPr>
                <a:solidFill>
                  <a:schemeClr val="bg1"/>
                </a:solidFill>
              </a:defRPr>
            </a:lvl4pPr>
            <a:lvl5pPr>
              <a:spcBef>
                <a:spcPts val="0"/>
              </a:spcBef>
              <a:buClr>
                <a:schemeClr val="bg1"/>
              </a:buCl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2">
            <a:extLst>
              <a:ext uri="{FF2B5EF4-FFF2-40B4-BE49-F238E27FC236}">
                <a16:creationId xmlns:a16="http://schemas.microsoft.com/office/drawing/2014/main" id="{0BC48F0D-C190-3DFD-9B5F-FD791FAAFC07}"/>
              </a:ext>
            </a:extLst>
          </p:cNvPr>
          <p:cNvSpPr>
            <a:spLocks noGrp="1"/>
          </p:cNvSpPr>
          <p:nvPr>
            <p:ph idx="15" hasCustomPrompt="1"/>
          </p:nvPr>
        </p:nvSpPr>
        <p:spPr>
          <a:xfrm>
            <a:off x="5025224" y="1565999"/>
            <a:ext cx="6617177"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Untertitel 2">
            <a:extLst>
              <a:ext uri="{FF2B5EF4-FFF2-40B4-BE49-F238E27FC236}">
                <a16:creationId xmlns:a16="http://schemas.microsoft.com/office/drawing/2014/main" id="{BE40D2CD-E823-35DE-F24B-6E3F18272D57}"/>
              </a:ext>
            </a:extLst>
          </p:cNvPr>
          <p:cNvSpPr>
            <a:spLocks noGrp="1"/>
          </p:cNvSpPr>
          <p:nvPr>
            <p:ph type="subTitle" idx="1" hasCustomPrompt="1"/>
          </p:nvPr>
        </p:nvSpPr>
        <p:spPr>
          <a:xfrm>
            <a:off x="5022954" y="486000"/>
            <a:ext cx="6617177"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3785303623"/>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Folie #6">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DE4B712-CDB7-A636-436C-B6CB4A110A27}"/>
              </a:ext>
            </a:extLst>
          </p:cNvPr>
          <p:cNvSpPr/>
          <p:nvPr userDrawn="1"/>
        </p:nvSpPr>
        <p:spPr>
          <a:xfrm>
            <a:off x="611226" y="0"/>
            <a:ext cx="57863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6825669" y="1565999"/>
            <a:ext cx="4618733" cy="4733201"/>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1">
            <a:extLst>
              <a:ext uri="{FF2B5EF4-FFF2-40B4-BE49-F238E27FC236}">
                <a16:creationId xmlns:a16="http://schemas.microsoft.com/office/drawing/2014/main" id="{D6A52F28-CFC0-51FA-6722-FA76EDD0BF6C}"/>
              </a:ext>
            </a:extLst>
          </p:cNvPr>
          <p:cNvSpPr>
            <a:spLocks noGrp="1"/>
          </p:cNvSpPr>
          <p:nvPr>
            <p:ph type="title" hasCustomPrompt="1"/>
          </p:nvPr>
        </p:nvSpPr>
        <p:spPr>
          <a:xfrm>
            <a:off x="1163876" y="486000"/>
            <a:ext cx="4821736" cy="913979"/>
          </a:xfrm>
        </p:spPr>
        <p:txBody>
          <a:bodyPr/>
          <a:lstStyle>
            <a:lvl1pPr>
              <a:defRPr>
                <a:solidFill>
                  <a:schemeClr val="bg1"/>
                </a:solidFill>
              </a:defRPr>
            </a:lvl1pPr>
          </a:lstStyle>
          <a:p>
            <a:r>
              <a:rPr lang="de-DE" dirty="0"/>
              <a:t>Pro Sparkasse Head 28pt </a:t>
            </a:r>
            <a:br>
              <a:rPr lang="de-DE" dirty="0"/>
            </a:br>
            <a:r>
              <a:rPr lang="de-DE" dirty="0"/>
              <a:t>ein- bis max. zweizeilig #6</a:t>
            </a:r>
          </a:p>
        </p:txBody>
      </p:sp>
      <p:sp>
        <p:nvSpPr>
          <p:cNvPr id="10" name="Textplatzhalter 2">
            <a:extLst>
              <a:ext uri="{FF2B5EF4-FFF2-40B4-BE49-F238E27FC236}">
                <a16:creationId xmlns:a16="http://schemas.microsoft.com/office/drawing/2014/main" id="{72E937B1-2E31-42ED-94C8-C3FEE3E72039}"/>
              </a:ext>
            </a:extLst>
          </p:cNvPr>
          <p:cNvSpPr>
            <a:spLocks noGrp="1"/>
          </p:cNvSpPr>
          <p:nvPr>
            <p:ph type="body" idx="13" hasCustomPrompt="1"/>
          </p:nvPr>
        </p:nvSpPr>
        <p:spPr>
          <a:xfrm>
            <a:off x="1163876" y="266400"/>
            <a:ext cx="4821736"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11" name="Inhaltsplatzhalter 2">
            <a:extLst>
              <a:ext uri="{FF2B5EF4-FFF2-40B4-BE49-F238E27FC236}">
                <a16:creationId xmlns:a16="http://schemas.microsoft.com/office/drawing/2014/main" id="{494C1307-15E1-9CE2-05C0-CB5BC31E71F2}"/>
              </a:ext>
            </a:extLst>
          </p:cNvPr>
          <p:cNvSpPr>
            <a:spLocks noGrp="1"/>
          </p:cNvSpPr>
          <p:nvPr>
            <p:ph idx="18" hasCustomPrompt="1"/>
          </p:nvPr>
        </p:nvSpPr>
        <p:spPr>
          <a:xfrm>
            <a:off x="1163874" y="1565999"/>
            <a:ext cx="4821735" cy="4734000"/>
          </a:xfrm>
        </p:spPr>
        <p:txBody>
          <a:bodyPr/>
          <a:lstStyle>
            <a:lvl1pPr>
              <a:defRPr>
                <a:solidFill>
                  <a:schemeClr val="bg1"/>
                </a:solidFill>
              </a:defRPr>
            </a:lvl1pPr>
            <a:lvl2pPr marL="216000" indent="-216000">
              <a:spcBef>
                <a:spcPts val="0"/>
              </a:spcBef>
              <a:buClr>
                <a:schemeClr val="bg1"/>
              </a:buClr>
              <a:buFont typeface="Arial" panose="020B0604020202020204" pitchFamily="34" charset="0"/>
              <a:buChar char="•"/>
              <a:defRPr>
                <a:solidFill>
                  <a:schemeClr val="bg1"/>
                </a:solidFill>
              </a:defRPr>
            </a:lvl2pPr>
            <a:lvl3pPr marL="432000" indent="-216000">
              <a:spcBef>
                <a:spcPts val="0"/>
              </a:spcBef>
              <a:buClr>
                <a:schemeClr val="bg1"/>
              </a:buClr>
              <a:buFont typeface="Arial" panose="020B0604020202020204" pitchFamily="34" charset="0"/>
              <a:buChar char="•"/>
              <a:defRPr>
                <a:solidFill>
                  <a:schemeClr val="bg1"/>
                </a:solidFill>
              </a:defRPr>
            </a:lvl3pPr>
            <a:lvl4pPr marL="648000" indent="-216000">
              <a:spcBef>
                <a:spcPts val="0"/>
              </a:spcBef>
              <a:buClr>
                <a:schemeClr val="bg1"/>
              </a:buClr>
              <a:buFont typeface="Arial" panose="020B0604020202020204" pitchFamily="34" charset="0"/>
              <a:buChar char="•"/>
              <a:defRPr>
                <a:solidFill>
                  <a:schemeClr val="bg1"/>
                </a:solidFill>
              </a:defRPr>
            </a:lvl4pPr>
            <a:lvl5pPr marL="864000" indent="-216000">
              <a:spcBef>
                <a:spcPts val="0"/>
              </a:spcBef>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4" name="Untertitel 2">
            <a:extLst>
              <a:ext uri="{FF2B5EF4-FFF2-40B4-BE49-F238E27FC236}">
                <a16:creationId xmlns:a16="http://schemas.microsoft.com/office/drawing/2014/main" id="{C1D3B3DC-27BA-BFDD-C894-90643AF38824}"/>
              </a:ext>
            </a:extLst>
          </p:cNvPr>
          <p:cNvSpPr>
            <a:spLocks noGrp="1"/>
          </p:cNvSpPr>
          <p:nvPr>
            <p:ph type="subTitle" idx="1" hasCustomPrompt="1"/>
          </p:nvPr>
        </p:nvSpPr>
        <p:spPr>
          <a:xfrm>
            <a:off x="6825668" y="486000"/>
            <a:ext cx="4814463"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Contra Sparkasse Head 28pt ein- bis max. zweizeilig</a:t>
            </a:r>
          </a:p>
        </p:txBody>
      </p:sp>
      <p:cxnSp>
        <p:nvCxnSpPr>
          <p:cNvPr id="45" name="Gerader Verbinder 44">
            <a:extLst>
              <a:ext uri="{FF2B5EF4-FFF2-40B4-BE49-F238E27FC236}">
                <a16:creationId xmlns:a16="http://schemas.microsoft.com/office/drawing/2014/main" id="{122F2780-EE98-A4D5-8965-551BFBB07197}"/>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Fußzeilenplatzhalter 6">
            <a:extLst>
              <a:ext uri="{FF2B5EF4-FFF2-40B4-BE49-F238E27FC236}">
                <a16:creationId xmlns:a16="http://schemas.microsoft.com/office/drawing/2014/main" id="{6A5068BE-DCF4-49FF-0FB1-1510B08C8E21}"/>
              </a:ext>
            </a:extLst>
          </p:cNvPr>
          <p:cNvSpPr>
            <a:spLocks noGrp="1"/>
          </p:cNvSpPr>
          <p:nvPr>
            <p:ph type="ftr" sz="quarter" idx="19"/>
          </p:nvPr>
        </p:nvSpPr>
        <p:spPr>
          <a:xfrm>
            <a:off x="4528800" y="6408000"/>
            <a:ext cx="7113600" cy="180000"/>
          </a:xfrm>
        </p:spPr>
        <p:txBody>
          <a:bodyPr/>
          <a:lstStyle/>
          <a:p>
            <a:r>
              <a:rPr lang="de-DE" dirty="0"/>
              <a:t>Titel der Präsentation | Name | Ort, Datum</a:t>
            </a:r>
          </a:p>
        </p:txBody>
      </p:sp>
    </p:spTree>
    <p:extLst>
      <p:ext uri="{BB962C8B-B14F-4D97-AF65-F5344CB8AC3E}">
        <p14:creationId xmlns:p14="http://schemas.microsoft.com/office/powerpoint/2010/main" val="2558209452"/>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Folie #7">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DE4B712-CDB7-A636-436C-B6CB4A110A27}"/>
              </a:ext>
            </a:extLst>
          </p:cNvPr>
          <p:cNvSpPr/>
          <p:nvPr userDrawn="1"/>
        </p:nvSpPr>
        <p:spPr>
          <a:xfrm>
            <a:off x="611226" y="0"/>
            <a:ext cx="76532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C32D2C30-2C10-8E46-D2B3-2EED3216570B}"/>
              </a:ext>
            </a:extLst>
          </p:cNvPr>
          <p:cNvSpPr>
            <a:spLocks noGrp="1"/>
          </p:cNvSpPr>
          <p:nvPr>
            <p:ph type="ftr" sz="quarter" idx="17"/>
          </p:nvPr>
        </p:nvSpPr>
        <p:spPr>
          <a:xfrm>
            <a:off x="6486524" y="6408000"/>
            <a:ext cx="5155875" cy="180000"/>
          </a:xfrm>
        </p:spPr>
        <p:txBody>
          <a:bodyPr/>
          <a:lstStyle/>
          <a:p>
            <a:r>
              <a:rPr lang="de-DE"/>
              <a:t>Titel der Präsentation | Name | Ort, Datum</a:t>
            </a:r>
          </a:p>
        </p:txBody>
      </p:sp>
      <p:sp>
        <p:nvSpPr>
          <p:cNvPr id="8" name="Titel 1">
            <a:extLst>
              <a:ext uri="{FF2B5EF4-FFF2-40B4-BE49-F238E27FC236}">
                <a16:creationId xmlns:a16="http://schemas.microsoft.com/office/drawing/2014/main" id="{D6A52F28-CFC0-51FA-6722-FA76EDD0BF6C}"/>
              </a:ext>
            </a:extLst>
          </p:cNvPr>
          <p:cNvSpPr>
            <a:spLocks noGrp="1"/>
          </p:cNvSpPr>
          <p:nvPr>
            <p:ph type="title" hasCustomPrompt="1"/>
          </p:nvPr>
        </p:nvSpPr>
        <p:spPr>
          <a:xfrm>
            <a:off x="1163875" y="486000"/>
            <a:ext cx="6570703" cy="913979"/>
          </a:xfrm>
        </p:spPr>
        <p:txBody>
          <a:bodyPr/>
          <a:lstStyle>
            <a:lvl1pPr>
              <a:defRPr>
                <a:solidFill>
                  <a:schemeClr val="bg1"/>
                </a:solidFill>
              </a:defRPr>
            </a:lvl1pPr>
          </a:lstStyle>
          <a:p>
            <a:r>
              <a:rPr lang="de-DE" dirty="0"/>
              <a:t>Headline Sparkasse Head 28pt ein- bis max. zweizeilig #7</a:t>
            </a:r>
          </a:p>
        </p:txBody>
      </p:sp>
      <p:sp>
        <p:nvSpPr>
          <p:cNvPr id="10" name="Textplatzhalter 2">
            <a:extLst>
              <a:ext uri="{FF2B5EF4-FFF2-40B4-BE49-F238E27FC236}">
                <a16:creationId xmlns:a16="http://schemas.microsoft.com/office/drawing/2014/main" id="{72E937B1-2E31-42ED-94C8-C3FEE3E72039}"/>
              </a:ext>
            </a:extLst>
          </p:cNvPr>
          <p:cNvSpPr>
            <a:spLocks noGrp="1"/>
          </p:cNvSpPr>
          <p:nvPr>
            <p:ph type="body" idx="13" hasCustomPrompt="1"/>
          </p:nvPr>
        </p:nvSpPr>
        <p:spPr>
          <a:xfrm>
            <a:off x="1163875" y="266400"/>
            <a:ext cx="6570703"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cxnSp>
        <p:nvCxnSpPr>
          <p:cNvPr id="45" name="Gerader Verbinder 44">
            <a:extLst>
              <a:ext uri="{FF2B5EF4-FFF2-40B4-BE49-F238E27FC236}">
                <a16:creationId xmlns:a16="http://schemas.microsoft.com/office/drawing/2014/main" id="{122F2780-EE98-A4D5-8965-551BFBB07197}"/>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Inhaltsplatzhalter 2">
            <a:extLst>
              <a:ext uri="{FF2B5EF4-FFF2-40B4-BE49-F238E27FC236}">
                <a16:creationId xmlns:a16="http://schemas.microsoft.com/office/drawing/2014/main" id="{F0523207-EAF6-17C4-33FA-CD9F05972EAF}"/>
              </a:ext>
            </a:extLst>
          </p:cNvPr>
          <p:cNvSpPr>
            <a:spLocks noGrp="1"/>
          </p:cNvSpPr>
          <p:nvPr>
            <p:ph idx="18" hasCustomPrompt="1"/>
          </p:nvPr>
        </p:nvSpPr>
        <p:spPr>
          <a:xfrm>
            <a:off x="1163874" y="1565999"/>
            <a:ext cx="6570698" cy="4734000"/>
          </a:xfrm>
        </p:spPr>
        <p:txBody>
          <a:bodyPr/>
          <a:lstStyle>
            <a:lvl1pPr>
              <a:defRPr>
                <a:solidFill>
                  <a:schemeClr val="bg1"/>
                </a:solidFill>
              </a:defRPr>
            </a:lvl1pPr>
            <a:lvl2pPr marL="216000" indent="-216000">
              <a:spcBef>
                <a:spcPts val="0"/>
              </a:spcBef>
              <a:buClr>
                <a:schemeClr val="bg1"/>
              </a:buClr>
              <a:buFont typeface="Arial" panose="020B0604020202020204" pitchFamily="34" charset="0"/>
              <a:buChar char="•"/>
              <a:defRPr>
                <a:solidFill>
                  <a:schemeClr val="bg1"/>
                </a:solidFill>
              </a:defRPr>
            </a:lvl2pPr>
            <a:lvl3pPr marL="432000" indent="-216000">
              <a:spcBef>
                <a:spcPts val="0"/>
              </a:spcBef>
              <a:buClr>
                <a:schemeClr val="bg1"/>
              </a:buClr>
              <a:buFont typeface="Arial" panose="020B0604020202020204" pitchFamily="34" charset="0"/>
              <a:buChar char="•"/>
              <a:defRPr>
                <a:solidFill>
                  <a:schemeClr val="bg1"/>
                </a:solidFill>
              </a:defRPr>
            </a:lvl3pPr>
            <a:lvl4pPr marL="648000" indent="-216000">
              <a:spcBef>
                <a:spcPts val="0"/>
              </a:spcBef>
              <a:buClr>
                <a:schemeClr val="bg1"/>
              </a:buClr>
              <a:buFont typeface="Arial" panose="020B0604020202020204" pitchFamily="34" charset="0"/>
              <a:buChar char="•"/>
              <a:defRPr>
                <a:solidFill>
                  <a:schemeClr val="bg1"/>
                </a:solidFill>
              </a:defRPr>
            </a:lvl4pPr>
            <a:lvl5pPr marL="864000" indent="-216000">
              <a:spcBef>
                <a:spcPts val="0"/>
              </a:spcBef>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BCF12E4F-B39F-1744-CA17-F2F6CAFCB5D3}"/>
              </a:ext>
            </a:extLst>
          </p:cNvPr>
          <p:cNvSpPr>
            <a:spLocks noGrp="1"/>
          </p:cNvSpPr>
          <p:nvPr>
            <p:ph type="body" idx="19" hasCustomPrompt="1"/>
          </p:nvPr>
        </p:nvSpPr>
        <p:spPr>
          <a:xfrm>
            <a:off x="8596800" y="266400"/>
            <a:ext cx="3043331"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9" name="Inhaltsplatzhalter 2">
            <a:extLst>
              <a:ext uri="{FF2B5EF4-FFF2-40B4-BE49-F238E27FC236}">
                <a16:creationId xmlns:a16="http://schemas.microsoft.com/office/drawing/2014/main" id="{C62C37C3-0CF2-FC4F-DEB9-6F51E5D2810B}"/>
              </a:ext>
            </a:extLst>
          </p:cNvPr>
          <p:cNvSpPr>
            <a:spLocks noGrp="1"/>
          </p:cNvSpPr>
          <p:nvPr>
            <p:ph idx="16" hasCustomPrompt="1"/>
          </p:nvPr>
        </p:nvSpPr>
        <p:spPr>
          <a:xfrm>
            <a:off x="8595663" y="1565999"/>
            <a:ext cx="3044468" cy="4734000"/>
          </a:xfrm>
        </p:spPr>
        <p:txBody>
          <a:bodyPr/>
          <a:lstStyle>
            <a:lvl1pPr>
              <a:defRPr/>
            </a:lvl1pPr>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2">
            <a:extLst>
              <a:ext uri="{FF2B5EF4-FFF2-40B4-BE49-F238E27FC236}">
                <a16:creationId xmlns:a16="http://schemas.microsoft.com/office/drawing/2014/main" id="{E0C4CF1C-F6DA-AB47-B706-32E5DBAC00FC}"/>
              </a:ext>
            </a:extLst>
          </p:cNvPr>
          <p:cNvSpPr>
            <a:spLocks noGrp="1"/>
          </p:cNvSpPr>
          <p:nvPr>
            <p:ph type="body" idx="20" hasCustomPrompt="1"/>
          </p:nvPr>
        </p:nvSpPr>
        <p:spPr>
          <a:xfrm>
            <a:off x="8595663" y="6181200"/>
            <a:ext cx="3046737"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12" name="Untertitel 2">
            <a:extLst>
              <a:ext uri="{FF2B5EF4-FFF2-40B4-BE49-F238E27FC236}">
                <a16:creationId xmlns:a16="http://schemas.microsoft.com/office/drawing/2014/main" id="{1DD2113F-15F5-BEFB-6FD6-4045847FF3A1}"/>
              </a:ext>
            </a:extLst>
          </p:cNvPr>
          <p:cNvSpPr>
            <a:spLocks noGrp="1"/>
          </p:cNvSpPr>
          <p:nvPr>
            <p:ph type="subTitle" idx="1" hasCustomPrompt="1"/>
          </p:nvPr>
        </p:nvSpPr>
        <p:spPr>
          <a:xfrm>
            <a:off x="8593394" y="486000"/>
            <a:ext cx="3046737"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Head 28pt</a:t>
            </a:r>
          </a:p>
        </p:txBody>
      </p:sp>
    </p:spTree>
    <p:extLst>
      <p:ext uri="{BB962C8B-B14F-4D97-AF65-F5344CB8AC3E}">
        <p14:creationId xmlns:p14="http://schemas.microsoft.com/office/powerpoint/2010/main" val="1895702369"/>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Folie #8">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726EB777-3FD1-DB6D-DA35-C1560064AC7B}"/>
              </a:ext>
            </a:extLst>
          </p:cNvPr>
          <p:cNvSpPr/>
          <p:nvPr userDrawn="1"/>
        </p:nvSpPr>
        <p:spPr>
          <a:xfrm>
            <a:off x="611226" y="0"/>
            <a:ext cx="115795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lvl1pPr>
              <a:defRPr>
                <a:solidFill>
                  <a:schemeClr val="bg1"/>
                </a:solidFill>
              </a:defRPr>
            </a:lvl1pPr>
          </a:lstStyle>
          <a:p>
            <a:r>
              <a:rPr lang="de-DE" dirty="0"/>
              <a:t>Titel der Präsentation | Name | Ort, Datum</a:t>
            </a:r>
          </a:p>
        </p:txBody>
      </p:sp>
      <p:sp>
        <p:nvSpPr>
          <p:cNvPr id="5" name="Titel 1">
            <a:extLst>
              <a:ext uri="{FF2B5EF4-FFF2-40B4-BE49-F238E27FC236}">
                <a16:creationId xmlns:a16="http://schemas.microsoft.com/office/drawing/2014/main" id="{20138EA7-8454-0FD4-2F08-66C93DC5A1BB}"/>
              </a:ext>
            </a:extLst>
          </p:cNvPr>
          <p:cNvSpPr>
            <a:spLocks noGrp="1"/>
          </p:cNvSpPr>
          <p:nvPr>
            <p:ph type="title" hasCustomPrompt="1"/>
          </p:nvPr>
        </p:nvSpPr>
        <p:spPr>
          <a:xfrm>
            <a:off x="1163875" y="486000"/>
            <a:ext cx="10490395" cy="913979"/>
          </a:xfrm>
        </p:spPr>
        <p:txBody>
          <a:bodyPr/>
          <a:lstStyle>
            <a:lvl1pPr>
              <a:defRPr>
                <a:solidFill>
                  <a:schemeClr val="bg1"/>
                </a:solidFill>
              </a:defRPr>
            </a:lvl1pPr>
          </a:lstStyle>
          <a:p>
            <a:r>
              <a:rPr lang="de-DE" dirty="0"/>
              <a:t>Headline ein- bis max. zweizeilig #8</a:t>
            </a:r>
          </a:p>
        </p:txBody>
      </p:sp>
      <p:sp>
        <p:nvSpPr>
          <p:cNvPr id="8" name="Textplatzhalter 2">
            <a:extLst>
              <a:ext uri="{FF2B5EF4-FFF2-40B4-BE49-F238E27FC236}">
                <a16:creationId xmlns:a16="http://schemas.microsoft.com/office/drawing/2014/main" id="{5E9DE5B5-B745-CB7C-A84D-FB53CA7759F3}"/>
              </a:ext>
            </a:extLst>
          </p:cNvPr>
          <p:cNvSpPr>
            <a:spLocks noGrp="1"/>
          </p:cNvSpPr>
          <p:nvPr>
            <p:ph type="body" idx="13" hasCustomPrompt="1"/>
          </p:nvPr>
        </p:nvSpPr>
        <p:spPr>
          <a:xfrm>
            <a:off x="1163876" y="266400"/>
            <a:ext cx="2903615"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10" name="Inhaltsplatzhalter 2">
            <a:extLst>
              <a:ext uri="{FF2B5EF4-FFF2-40B4-BE49-F238E27FC236}">
                <a16:creationId xmlns:a16="http://schemas.microsoft.com/office/drawing/2014/main" id="{D82E6976-3C82-B3CC-BF59-C9BA9FA22935}"/>
              </a:ext>
            </a:extLst>
          </p:cNvPr>
          <p:cNvSpPr>
            <a:spLocks noGrp="1"/>
          </p:cNvSpPr>
          <p:nvPr>
            <p:ph idx="19" hasCustomPrompt="1"/>
          </p:nvPr>
        </p:nvSpPr>
        <p:spPr>
          <a:xfrm>
            <a:off x="1163873" y="1565999"/>
            <a:ext cx="10490395" cy="4734000"/>
          </a:xfrm>
        </p:spPr>
        <p:txBody>
          <a:bodyPr/>
          <a:lstStyle>
            <a:lvl1pPr>
              <a:defRPr>
                <a:solidFill>
                  <a:schemeClr val="bg1"/>
                </a:solidFill>
              </a:defRPr>
            </a:lvl1pPr>
            <a:lvl2pPr marL="216000" indent="-216000">
              <a:spcBef>
                <a:spcPts val="0"/>
              </a:spcBef>
              <a:buClr>
                <a:schemeClr val="bg1"/>
              </a:buClr>
              <a:buFont typeface="Arial" panose="020B0604020202020204" pitchFamily="34" charset="0"/>
              <a:buChar char="•"/>
              <a:defRPr>
                <a:solidFill>
                  <a:schemeClr val="bg1"/>
                </a:solidFill>
              </a:defRPr>
            </a:lvl2pPr>
            <a:lvl3pPr>
              <a:spcBef>
                <a:spcPts val="0"/>
              </a:spcBef>
              <a:buClr>
                <a:schemeClr val="bg1"/>
              </a:buClr>
              <a:defRPr>
                <a:solidFill>
                  <a:schemeClr val="bg1"/>
                </a:solidFill>
              </a:defRPr>
            </a:lvl3pPr>
            <a:lvl4pPr>
              <a:spcBef>
                <a:spcPts val="0"/>
              </a:spcBef>
              <a:buClr>
                <a:schemeClr val="bg1"/>
              </a:buClr>
              <a:defRPr>
                <a:solidFill>
                  <a:schemeClr val="bg1"/>
                </a:solidFill>
              </a:defRPr>
            </a:lvl4pPr>
            <a:lvl5pPr>
              <a:spcBef>
                <a:spcPts val="0"/>
              </a:spcBef>
              <a:buClr>
                <a:schemeClr val="bg1"/>
              </a:buCl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2">
            <a:extLst>
              <a:ext uri="{FF2B5EF4-FFF2-40B4-BE49-F238E27FC236}">
                <a16:creationId xmlns:a16="http://schemas.microsoft.com/office/drawing/2014/main" id="{7FB2F0E7-5CDA-6115-A50E-3845A8C39626}"/>
              </a:ext>
            </a:extLst>
          </p:cNvPr>
          <p:cNvSpPr>
            <a:spLocks noGrp="1"/>
          </p:cNvSpPr>
          <p:nvPr>
            <p:ph type="body" idx="16" hasCustomPrompt="1"/>
          </p:nvPr>
        </p:nvSpPr>
        <p:spPr>
          <a:xfrm>
            <a:off x="1151998" y="6181200"/>
            <a:ext cx="10490395"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cxnSp>
        <p:nvCxnSpPr>
          <p:cNvPr id="13" name="Gerader Verbinder 12">
            <a:extLst>
              <a:ext uri="{FF2B5EF4-FFF2-40B4-BE49-F238E27FC236}">
                <a16:creationId xmlns:a16="http://schemas.microsoft.com/office/drawing/2014/main" id="{90DA1AD2-8476-8986-E68E-91F811800359}"/>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616756"/>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Bild-Folie #1">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3909939"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10,86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5040000" y="486000"/>
            <a:ext cx="6602399" cy="913979"/>
          </a:xfrm>
        </p:spPr>
        <p:txBody>
          <a:bodyPr/>
          <a:lstStyle>
            <a:lvl1pPr>
              <a:defRPr/>
            </a:lvl1pPr>
          </a:lstStyle>
          <a:p>
            <a:r>
              <a:rPr lang="de-DE" dirty="0"/>
              <a:t>Headline Sparkasse Head 28pt Bild 1/3 #1</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5040000" y="266400"/>
            <a:ext cx="6602400" cy="180000"/>
          </a:xfrm>
        </p:spPr>
        <p:txBody>
          <a:bodyPr/>
          <a:lstStyle>
            <a:lvl1pPr marL="0" indent="0" algn="l">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8265263" y="1565999"/>
            <a:ext cx="3045600" cy="4734000"/>
          </a:xfrm>
        </p:spPr>
        <p:txBody>
          <a:bodyPr/>
          <a:lstStyle>
            <a:lvl1pPr>
              <a:defRPr/>
            </a:lvl1pPr>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5040001" y="1565999"/>
            <a:ext cx="3044468" cy="4734000"/>
          </a:xfrm>
        </p:spPr>
        <p:txBody>
          <a:bodyPr/>
          <a:lstStyle>
            <a:lvl1pPr>
              <a:defRPr/>
            </a:lvl1pPr>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a:extLst>
              <a:ext uri="{FF2B5EF4-FFF2-40B4-BE49-F238E27FC236}">
                <a16:creationId xmlns:a16="http://schemas.microsoft.com/office/drawing/2014/main" id="{435F1FB0-6482-1DB6-9691-6EB5DADB0EF4}"/>
              </a:ext>
            </a:extLst>
          </p:cNvPr>
          <p:cNvSpPr>
            <a:spLocks noGrp="1"/>
          </p:cNvSpPr>
          <p:nvPr>
            <p:ph type="body" idx="18" hasCustomPrompt="1"/>
          </p:nvPr>
        </p:nvSpPr>
        <p:spPr>
          <a:xfrm>
            <a:off x="5040000" y="6181200"/>
            <a:ext cx="6602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ACB6F49B-8810-CC9F-312B-76D26F0C6D26}"/>
              </a:ext>
            </a:extLst>
          </p:cNvPr>
          <p:cNvSpPr>
            <a:spLocks noGrp="1"/>
          </p:cNvSpPr>
          <p:nvPr>
            <p:ph type="ftr" sz="quarter" idx="19"/>
          </p:nvPr>
        </p:nvSpPr>
        <p:spPr/>
        <p:txBody>
          <a:bodyPr/>
          <a:lstStyle/>
          <a:p>
            <a:r>
              <a:rPr lang="de-DE"/>
              <a:t>Titel der Präsentation | Name | Ort, Datum</a:t>
            </a:r>
            <a:endParaRPr lang="de-DE" dirty="0"/>
          </a:p>
        </p:txBody>
      </p:sp>
    </p:spTree>
    <p:extLst>
      <p:ext uri="{BB962C8B-B14F-4D97-AF65-F5344CB8AC3E}">
        <p14:creationId xmlns:p14="http://schemas.microsoft.com/office/powerpoint/2010/main" val="2407548714"/>
      </p:ext>
    </p:extLst>
  </p:cSld>
  <p:clrMapOvr>
    <a:masterClrMapping/>
  </p:clrMapOvr>
  <p:extLst>
    <p:ext uri="{DCECCB84-F9BA-43D5-87BE-67443E8EF086}">
      <p15:sldGuideLst xmlns:p15="http://schemas.microsoft.com/office/powerpoint/2012/main">
        <p15:guide id="1" pos="5093" userDrawn="1">
          <p15:clr>
            <a:srgbClr val="FBAE40"/>
          </p15:clr>
        </p15:guide>
        <p15:guide id="2" pos="3175" userDrawn="1">
          <p15:clr>
            <a:srgbClr val="FBAE40"/>
          </p15:clr>
        </p15:guide>
        <p15:guide id="3" pos="7126"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Bild-Folie #2">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5778426"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16,05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6818401" y="486000"/>
            <a:ext cx="4821736" cy="913979"/>
          </a:xfrm>
        </p:spPr>
        <p:txBody>
          <a:bodyPr/>
          <a:lstStyle>
            <a:lvl1pPr>
              <a:defRPr/>
            </a:lvl1pPr>
          </a:lstStyle>
          <a:p>
            <a:r>
              <a:rPr lang="de-DE" dirty="0"/>
              <a:t>Headline Sparkasse Head 28pt Bild 1/2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6818401" y="266400"/>
            <a:ext cx="4821736"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6818399" y="1565999"/>
            <a:ext cx="4821735" cy="4734000"/>
          </a:xfrm>
        </p:spPr>
        <p:txBody>
          <a:bodyPr/>
          <a:lstStyle>
            <a:lvl1pPr>
              <a:defRPr/>
            </a:lvl1pPr>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2">
            <a:extLst>
              <a:ext uri="{FF2B5EF4-FFF2-40B4-BE49-F238E27FC236}">
                <a16:creationId xmlns:a16="http://schemas.microsoft.com/office/drawing/2014/main" id="{2E110C45-0CE7-134C-0D7E-6BA9AC28F9F4}"/>
              </a:ext>
            </a:extLst>
          </p:cNvPr>
          <p:cNvSpPr>
            <a:spLocks noGrp="1"/>
          </p:cNvSpPr>
          <p:nvPr>
            <p:ph type="body" idx="18" hasCustomPrompt="1"/>
          </p:nvPr>
        </p:nvSpPr>
        <p:spPr>
          <a:xfrm>
            <a:off x="6818400" y="6181200"/>
            <a:ext cx="4824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D5440FFE-E6CE-BFE0-B712-936CFE5065AF}"/>
              </a:ext>
            </a:extLst>
          </p:cNvPr>
          <p:cNvSpPr>
            <a:spLocks noGrp="1"/>
          </p:cNvSpPr>
          <p:nvPr>
            <p:ph type="ftr" sz="quarter" idx="19"/>
          </p:nvPr>
        </p:nvSpPr>
        <p:spPr>
          <a:xfrm>
            <a:off x="6818398" y="6408000"/>
            <a:ext cx="4824001" cy="180000"/>
          </a:xfrm>
        </p:spPr>
        <p:txBody>
          <a:bodyPr/>
          <a:lstStyle/>
          <a:p>
            <a:r>
              <a:rPr lang="de-DE"/>
              <a:t>Titel der Präsentation | Name | Ort, Datum</a:t>
            </a:r>
            <a:endParaRPr lang="de-DE" dirty="0"/>
          </a:p>
        </p:txBody>
      </p:sp>
    </p:spTree>
    <p:extLst>
      <p:ext uri="{BB962C8B-B14F-4D97-AF65-F5344CB8AC3E}">
        <p14:creationId xmlns:p14="http://schemas.microsoft.com/office/powerpoint/2010/main" val="3430002082"/>
      </p:ext>
    </p:extLst>
  </p:cSld>
  <p:clrMapOvr>
    <a:masterClrMapping/>
  </p:clrMapOvr>
  <p:extLst>
    <p:ext uri="{DCECCB84-F9BA-43D5-87BE-67443E8EF086}">
      <p15:sldGuideLst xmlns:p15="http://schemas.microsoft.com/office/powerpoint/2012/main">
        <p15:guide id="1" pos="6213" userDrawn="1">
          <p15:clr>
            <a:srgbClr val="FBAE40"/>
          </p15:clr>
        </p15:guide>
        <p15:guide id="2" pos="4294"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Bild-Folie #3">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7466397"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20,74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8596800" y="486000"/>
            <a:ext cx="3044338" cy="913979"/>
          </a:xfrm>
        </p:spPr>
        <p:txBody>
          <a:bodyPr/>
          <a:lstStyle>
            <a:lvl1pPr>
              <a:defRPr/>
            </a:lvl1pPr>
          </a:lstStyle>
          <a:p>
            <a:r>
              <a:rPr lang="de-DE" dirty="0"/>
              <a:t>Headline Head 28pt Bild 2/3 #3</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8596800" y="266400"/>
            <a:ext cx="3043331"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8595663" y="1565999"/>
            <a:ext cx="3044468" cy="4734000"/>
          </a:xfrm>
        </p:spPr>
        <p:txBody>
          <a:bodyPr/>
          <a:lstStyle>
            <a:lvl1pPr>
              <a:defRPr/>
            </a:lvl1pPr>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a:extLst>
              <a:ext uri="{FF2B5EF4-FFF2-40B4-BE49-F238E27FC236}">
                <a16:creationId xmlns:a16="http://schemas.microsoft.com/office/drawing/2014/main" id="{3C2088F0-2C54-A429-9FE8-EA49ED5AE317}"/>
              </a:ext>
            </a:extLst>
          </p:cNvPr>
          <p:cNvSpPr>
            <a:spLocks noGrp="1"/>
          </p:cNvSpPr>
          <p:nvPr>
            <p:ph type="body" idx="18" hasCustomPrompt="1"/>
          </p:nvPr>
        </p:nvSpPr>
        <p:spPr>
          <a:xfrm>
            <a:off x="8595663" y="6181200"/>
            <a:ext cx="3046737"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40CCEEBE-C86E-C932-CA39-98C71756DE6F}"/>
              </a:ext>
            </a:extLst>
          </p:cNvPr>
          <p:cNvSpPr>
            <a:spLocks noGrp="1"/>
          </p:cNvSpPr>
          <p:nvPr>
            <p:ph type="ftr" sz="quarter" idx="19"/>
          </p:nvPr>
        </p:nvSpPr>
        <p:spPr/>
        <p:txBody>
          <a:bodyPr/>
          <a:lstStyle/>
          <a:p>
            <a:r>
              <a:rPr lang="de-DE"/>
              <a:t>Titel der Präsentation | Name | Ort, Datum</a:t>
            </a:r>
            <a:endParaRPr lang="de-DE" dirty="0"/>
          </a:p>
        </p:txBody>
      </p:sp>
    </p:spTree>
    <p:extLst>
      <p:ext uri="{BB962C8B-B14F-4D97-AF65-F5344CB8AC3E}">
        <p14:creationId xmlns:p14="http://schemas.microsoft.com/office/powerpoint/2010/main" val="2588121864"/>
      </p:ext>
    </p:extLst>
  </p:cSld>
  <p:clrMapOvr>
    <a:masterClrMapping/>
  </p:clrMapOvr>
  <p:extLst>
    <p:ext uri="{DCECCB84-F9BA-43D5-87BE-67443E8EF086}">
      <p15:sldGuideLst xmlns:p15="http://schemas.microsoft.com/office/powerpoint/2012/main">
        <p15:guide id="2" pos="5414"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Bild-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Head 28pt Bild 3/3 #4</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838"/>
            <a:ext cx="10490400"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29,14 x 13 cm.</a:t>
            </a:r>
          </a:p>
        </p:txBody>
      </p:sp>
      <p:sp>
        <p:nvSpPr>
          <p:cNvPr id="3" name="Fußzeilenplatzhalter 2">
            <a:extLst>
              <a:ext uri="{FF2B5EF4-FFF2-40B4-BE49-F238E27FC236}">
                <a16:creationId xmlns:a16="http://schemas.microsoft.com/office/drawing/2014/main" id="{969C1E98-4FFE-FA3E-5B86-D26EFB960F2E}"/>
              </a:ext>
            </a:extLst>
          </p:cNvPr>
          <p:cNvSpPr>
            <a:spLocks noGrp="1"/>
          </p:cNvSpPr>
          <p:nvPr>
            <p:ph type="ftr" sz="quarter" idx="19"/>
          </p:nvPr>
        </p:nvSpPr>
        <p:spPr/>
        <p:txBody>
          <a:bodyPr/>
          <a:lstStyle/>
          <a:p>
            <a:r>
              <a:rPr lang="de-DE"/>
              <a:t>Titel der Präsentation | Name | Ort, Datum</a:t>
            </a:r>
          </a:p>
        </p:txBody>
      </p:sp>
    </p:spTree>
    <p:extLst>
      <p:ext uri="{BB962C8B-B14F-4D97-AF65-F5344CB8AC3E}">
        <p14:creationId xmlns:p14="http://schemas.microsoft.com/office/powerpoint/2010/main" val="34394650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Bild-Folie #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#5</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838"/>
            <a:ext cx="5154673"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13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727824" y="1565999"/>
            <a:ext cx="4914577"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Titel der Präsentation | Name | Ort, Datum</a:t>
            </a:r>
            <a:endParaRPr lang="de-DE" dirty="0"/>
          </a:p>
        </p:txBody>
      </p:sp>
      <p:sp>
        <p:nvSpPr>
          <p:cNvPr id="10" name="Textplatzhalter 2">
            <a:extLst>
              <a:ext uri="{FF2B5EF4-FFF2-40B4-BE49-F238E27FC236}">
                <a16:creationId xmlns:a16="http://schemas.microsoft.com/office/drawing/2014/main" id="{1DE0584D-CDB4-3668-E7A5-454C9450B8DE}"/>
              </a:ext>
            </a:extLst>
          </p:cNvPr>
          <p:cNvSpPr>
            <a:spLocks noGrp="1"/>
          </p:cNvSpPr>
          <p:nvPr>
            <p:ph type="body" idx="18" hasCustomPrompt="1"/>
          </p:nvPr>
        </p:nvSpPr>
        <p:spPr>
          <a:xfrm>
            <a:off x="6727146" y="6181200"/>
            <a:ext cx="4914578"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Tree>
    <p:extLst>
      <p:ext uri="{BB962C8B-B14F-4D97-AF65-F5344CB8AC3E}">
        <p14:creationId xmlns:p14="http://schemas.microsoft.com/office/powerpoint/2010/main" val="542413264"/>
      </p:ext>
    </p:extLst>
  </p:cSld>
  <p:clrMapOvr>
    <a:masterClrMapping/>
  </p:clrMapOvr>
  <p:extLst>
    <p:ext uri="{DCECCB84-F9BA-43D5-87BE-67443E8EF086}">
      <p15:sldGuideLst xmlns:p15="http://schemas.microsoft.com/office/powerpoint/2012/main">
        <p15:guide id="1" pos="3974" userDrawn="1">
          <p15:clr>
            <a:srgbClr val="FBAE40"/>
          </p15:clr>
        </p15:guide>
        <p15:guide id="2" pos="4086"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Bild-Folie #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#6</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6484809" y="1620838"/>
            <a:ext cx="5154673"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13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1153527" y="1565999"/>
            <a:ext cx="4917839"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Titel der Präsentation | Name | Ort, Datum</a:t>
            </a:r>
            <a:endParaRPr lang="de-DE" dirty="0"/>
          </a:p>
        </p:txBody>
      </p:sp>
      <p:sp>
        <p:nvSpPr>
          <p:cNvPr id="10" name="Textplatzhalter 2">
            <a:extLst>
              <a:ext uri="{FF2B5EF4-FFF2-40B4-BE49-F238E27FC236}">
                <a16:creationId xmlns:a16="http://schemas.microsoft.com/office/drawing/2014/main" id="{1DE0584D-CDB4-3668-E7A5-454C9450B8DE}"/>
              </a:ext>
            </a:extLst>
          </p:cNvPr>
          <p:cNvSpPr>
            <a:spLocks noGrp="1"/>
          </p:cNvSpPr>
          <p:nvPr>
            <p:ph type="body" idx="18" hasCustomPrompt="1"/>
          </p:nvPr>
        </p:nvSpPr>
        <p:spPr>
          <a:xfrm>
            <a:off x="1153525" y="6181200"/>
            <a:ext cx="51552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Tree>
    <p:extLst>
      <p:ext uri="{BB962C8B-B14F-4D97-AF65-F5344CB8AC3E}">
        <p14:creationId xmlns:p14="http://schemas.microsoft.com/office/powerpoint/2010/main" val="2749004958"/>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Bild-Folie #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9" y="486000"/>
            <a:ext cx="4914000" cy="995415"/>
          </a:xfrm>
        </p:spPr>
        <p:txBody>
          <a:bodyPr/>
          <a:lstStyle>
            <a:lvl1pPr>
              <a:defRPr/>
            </a:lvl1pPr>
          </a:lstStyle>
          <a:p>
            <a:r>
              <a:rPr lang="de-DE" dirty="0"/>
              <a:t>Headline Sparkasse Head 28pt ein- bis max. zweizeilig #7</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49140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1153527" y="1565999"/>
            <a:ext cx="4914000"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Titel der Präsentation | Name | Ort, Datum</a:t>
            </a:r>
            <a:endParaRPr lang="de-DE" dirty="0"/>
          </a:p>
        </p:txBody>
      </p:sp>
      <p:sp>
        <p:nvSpPr>
          <p:cNvPr id="7" name="Textplatzhalter 2">
            <a:extLst>
              <a:ext uri="{FF2B5EF4-FFF2-40B4-BE49-F238E27FC236}">
                <a16:creationId xmlns:a16="http://schemas.microsoft.com/office/drawing/2014/main" id="{7E3B6766-42F4-9F3A-A650-84CCE13C1EC3}"/>
              </a:ext>
            </a:extLst>
          </p:cNvPr>
          <p:cNvSpPr>
            <a:spLocks noGrp="1"/>
          </p:cNvSpPr>
          <p:nvPr>
            <p:ph type="body" idx="21" hasCustomPrompt="1"/>
          </p:nvPr>
        </p:nvSpPr>
        <p:spPr>
          <a:xfrm>
            <a:off x="1152000" y="6181200"/>
            <a:ext cx="4914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36" name="Bildplatzhalter 4">
            <a:extLst>
              <a:ext uri="{FF2B5EF4-FFF2-40B4-BE49-F238E27FC236}">
                <a16:creationId xmlns:a16="http://schemas.microsoft.com/office/drawing/2014/main" id="{AA1E9442-964E-2BB8-FC0D-FBE22288FAC1}"/>
              </a:ext>
            </a:extLst>
          </p:cNvPr>
          <p:cNvSpPr>
            <a:spLocks noGrp="1"/>
          </p:cNvSpPr>
          <p:nvPr>
            <p:ph type="pic" sz="quarter" idx="17" hasCustomPrompt="1"/>
          </p:nvPr>
        </p:nvSpPr>
        <p:spPr>
          <a:xfrm>
            <a:off x="6484809" y="300038"/>
            <a:ext cx="5154673" cy="5994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16,65 cm.</a:t>
            </a:r>
          </a:p>
        </p:txBody>
      </p:sp>
    </p:spTree>
    <p:extLst>
      <p:ext uri="{BB962C8B-B14F-4D97-AF65-F5344CB8AC3E}">
        <p14:creationId xmlns:p14="http://schemas.microsoft.com/office/powerpoint/2010/main" val="1684912876"/>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Bild-Folie #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#8</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000"/>
            <a:ext cx="5154673" cy="288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8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487204" y="4762712"/>
            <a:ext cx="5155198" cy="1536487"/>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6484809" y="1620000"/>
            <a:ext cx="5154673" cy="2880000"/>
          </a:xfrm>
          <a:solidFill>
            <a:schemeClr val="bg1">
              <a:lumMod val="95000"/>
            </a:schemeClr>
          </a:solidFill>
        </p:spPr>
        <p:txBody>
          <a:bodyPr lIns="72000" tIns="72000"/>
          <a:lstStyle>
            <a:lvl1pPr>
              <a:spcBef>
                <a:spcPts val="0"/>
              </a:spcBef>
              <a:defRPr sz="1000"/>
            </a:lvl1pPr>
          </a:lstStyle>
          <a:p>
            <a:r>
              <a:rPr lang="de-DE" dirty="0"/>
              <a:t>Bild einfügen (14,32 x 8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4762712"/>
            <a:ext cx="5155198" cy="1536487"/>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Fußzeilenplatzhalter 7">
            <a:extLst>
              <a:ext uri="{FF2B5EF4-FFF2-40B4-BE49-F238E27FC236}">
                <a16:creationId xmlns:a16="http://schemas.microsoft.com/office/drawing/2014/main" id="{CAE49D17-41A1-5573-C008-DB1B87AFBC72}"/>
              </a:ext>
            </a:extLst>
          </p:cNvPr>
          <p:cNvSpPr>
            <a:spLocks noGrp="1"/>
          </p:cNvSpPr>
          <p:nvPr>
            <p:ph type="ftr" sz="quarter" idx="21"/>
          </p:nvPr>
        </p:nvSpPr>
        <p:spPr/>
        <p:txBody>
          <a:bodyPr/>
          <a:lstStyle/>
          <a:p>
            <a:r>
              <a:rPr lang="de-DE"/>
              <a:t>Titel der Präsentation | Name | Ort, Datum</a:t>
            </a:r>
          </a:p>
        </p:txBody>
      </p:sp>
    </p:spTree>
    <p:extLst>
      <p:ext uri="{BB962C8B-B14F-4D97-AF65-F5344CB8AC3E}">
        <p14:creationId xmlns:p14="http://schemas.microsoft.com/office/powerpoint/2010/main" val="2542214445"/>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Bild-Folie #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#9</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3374490" cy="189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9,37 x 5,25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8264526" y="3773550"/>
            <a:ext cx="3377875" cy="252565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8264527" y="1620838"/>
            <a:ext cx="3374955" cy="1890000"/>
          </a:xfrm>
          <a:solidFill>
            <a:schemeClr val="bg1">
              <a:lumMod val="95000"/>
            </a:schemeClr>
          </a:solidFill>
        </p:spPr>
        <p:txBody>
          <a:bodyPr lIns="72000" tIns="72000"/>
          <a:lstStyle>
            <a:lvl1pPr>
              <a:spcBef>
                <a:spcPts val="0"/>
              </a:spcBef>
              <a:defRPr sz="1000"/>
            </a:lvl1pPr>
          </a:lstStyle>
          <a:p>
            <a:r>
              <a:rPr lang="de-DE" dirty="0"/>
              <a:t>Bild einfügen (9,37 x 5,25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3773550"/>
            <a:ext cx="3377138" cy="252565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4715335" y="1620838"/>
            <a:ext cx="3374490" cy="1890000"/>
          </a:xfrm>
          <a:solidFill>
            <a:schemeClr val="bg1">
              <a:lumMod val="95000"/>
            </a:schemeClr>
          </a:solidFill>
        </p:spPr>
        <p:txBody>
          <a:bodyPr lIns="72000" tIns="72000"/>
          <a:lstStyle>
            <a:lvl1pPr>
              <a:spcBef>
                <a:spcPts val="0"/>
              </a:spcBef>
              <a:defRPr sz="1000"/>
            </a:lvl1pPr>
          </a:lstStyle>
          <a:p>
            <a:r>
              <a:rPr lang="de-DE" dirty="0"/>
              <a:t>Bild einfügen (9,37 x 5,25 cm)</a:t>
            </a:r>
          </a:p>
        </p:txBody>
      </p:sp>
      <p:sp>
        <p:nvSpPr>
          <p:cNvPr id="38" name="Inhaltsplatzhalter 2">
            <a:extLst>
              <a:ext uri="{FF2B5EF4-FFF2-40B4-BE49-F238E27FC236}">
                <a16:creationId xmlns:a16="http://schemas.microsoft.com/office/drawing/2014/main" id="{7E6A3215-77EF-6717-5438-0EBDE0D94F8C}"/>
              </a:ext>
            </a:extLst>
          </p:cNvPr>
          <p:cNvSpPr>
            <a:spLocks noGrp="1"/>
          </p:cNvSpPr>
          <p:nvPr>
            <p:ph idx="21" hasCustomPrompt="1"/>
          </p:nvPr>
        </p:nvSpPr>
        <p:spPr>
          <a:xfrm>
            <a:off x="4715335" y="3773550"/>
            <a:ext cx="3377138" cy="252565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extplatzhalter 2">
            <a:extLst>
              <a:ext uri="{FF2B5EF4-FFF2-40B4-BE49-F238E27FC236}">
                <a16:creationId xmlns:a16="http://schemas.microsoft.com/office/drawing/2014/main" id="{AD9231C4-E0A8-0BC2-92D2-3BF848893565}"/>
              </a:ext>
            </a:extLst>
          </p:cNvPr>
          <p:cNvSpPr>
            <a:spLocks noGrp="1"/>
          </p:cNvSpPr>
          <p:nvPr>
            <p:ph type="body" idx="22"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CA2D1CEE-9F83-665E-E734-C6E196FD4284}"/>
              </a:ext>
            </a:extLst>
          </p:cNvPr>
          <p:cNvSpPr>
            <a:spLocks noGrp="1"/>
          </p:cNvSpPr>
          <p:nvPr>
            <p:ph type="ftr" sz="quarter" idx="23"/>
          </p:nvPr>
        </p:nvSpPr>
        <p:spPr/>
        <p:txBody>
          <a:bodyPr/>
          <a:lstStyle/>
          <a:p>
            <a:r>
              <a:rPr lang="de-DE"/>
              <a:t>Titel der Präsentation | Name | Ort, Datum</a:t>
            </a:r>
          </a:p>
        </p:txBody>
      </p:sp>
    </p:spTree>
    <p:extLst>
      <p:ext uri="{BB962C8B-B14F-4D97-AF65-F5344CB8AC3E}">
        <p14:creationId xmlns:p14="http://schemas.microsoft.com/office/powerpoint/2010/main" val="4265085204"/>
      </p:ext>
    </p:extLst>
  </p:cSld>
  <p:clrMapOvr>
    <a:masterClrMapping/>
  </p:clrMapOvr>
  <p:extLst>
    <p:ext uri="{DCECCB84-F9BA-43D5-87BE-67443E8EF086}">
      <p15:sldGuideLst xmlns:p15="http://schemas.microsoft.com/office/powerpoint/2012/main">
        <p15:guide id="1" pos="2969" userDrawn="1">
          <p15:clr>
            <a:srgbClr val="FBAE40"/>
          </p15:clr>
        </p15:guide>
        <p15:guide id="2" pos="5099"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Bild-Folie #10">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2480541" cy="189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Bild einfügen (</a:t>
            </a:r>
            <a:r>
              <a:rPr lang="de-DE" dirty="0"/>
              <a:t>6,89 x 5,25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486124" y="3773550"/>
            <a:ext cx="2488561" cy="252565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6486126" y="1620838"/>
            <a:ext cx="2486410" cy="1890000"/>
          </a:xfrm>
          <a:solidFill>
            <a:schemeClr val="bg1">
              <a:lumMod val="95000"/>
            </a:schemeClr>
          </a:solidFill>
        </p:spPr>
        <p:txBody>
          <a:bodyPr lIns="72000" tIns="72000"/>
          <a:lstStyle>
            <a:lvl1pPr>
              <a:defRPr sz="1000"/>
            </a:lvl1pPr>
          </a:lstStyle>
          <a:p>
            <a:r>
              <a:rPr lang="de-DE" dirty="0"/>
              <a:t>Bild einfügen (6,89 x 5,25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3773550"/>
            <a:ext cx="2487598" cy="252565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3820587" y="1620838"/>
            <a:ext cx="2485481" cy="1890000"/>
          </a:xfrm>
          <a:solidFill>
            <a:schemeClr val="bg1">
              <a:lumMod val="95000"/>
            </a:schemeClr>
          </a:solidFill>
        </p:spPr>
        <p:txBody>
          <a:bodyPr lIns="72000" tIns="72000"/>
          <a:lstStyle>
            <a:lvl1pPr>
              <a:defRPr sz="1000"/>
            </a:lvl1pPr>
          </a:lstStyle>
          <a:p>
            <a:r>
              <a:rPr lang="de-DE" dirty="0"/>
              <a:t>Bild einfügen (6,89 x 5,25 cm)</a:t>
            </a:r>
          </a:p>
        </p:txBody>
      </p:sp>
      <p:sp>
        <p:nvSpPr>
          <p:cNvPr id="38" name="Inhaltsplatzhalter 2">
            <a:extLst>
              <a:ext uri="{FF2B5EF4-FFF2-40B4-BE49-F238E27FC236}">
                <a16:creationId xmlns:a16="http://schemas.microsoft.com/office/drawing/2014/main" id="{7E6A3215-77EF-6717-5438-0EBDE0D94F8C}"/>
              </a:ext>
            </a:extLst>
          </p:cNvPr>
          <p:cNvSpPr>
            <a:spLocks noGrp="1"/>
          </p:cNvSpPr>
          <p:nvPr>
            <p:ph idx="21" hasCustomPrompt="1"/>
          </p:nvPr>
        </p:nvSpPr>
        <p:spPr>
          <a:xfrm>
            <a:off x="3820587" y="3773550"/>
            <a:ext cx="2487431" cy="252565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7" name="Inhaltsplatzhalter 2">
            <a:extLst>
              <a:ext uri="{FF2B5EF4-FFF2-40B4-BE49-F238E27FC236}">
                <a16:creationId xmlns:a16="http://schemas.microsoft.com/office/drawing/2014/main" id="{CE2DF2CE-6F57-A903-269A-3453EA660ED2}"/>
              </a:ext>
            </a:extLst>
          </p:cNvPr>
          <p:cNvSpPr>
            <a:spLocks noGrp="1"/>
          </p:cNvSpPr>
          <p:nvPr>
            <p:ph idx="22" hasCustomPrompt="1"/>
          </p:nvPr>
        </p:nvSpPr>
        <p:spPr>
          <a:xfrm>
            <a:off x="9152534" y="3773550"/>
            <a:ext cx="2488561" cy="252565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9" name="Bildplatzhalter 4">
            <a:extLst>
              <a:ext uri="{FF2B5EF4-FFF2-40B4-BE49-F238E27FC236}">
                <a16:creationId xmlns:a16="http://schemas.microsoft.com/office/drawing/2014/main" id="{44CEE810-7814-3E74-9A2E-6468C03FF587}"/>
              </a:ext>
            </a:extLst>
          </p:cNvPr>
          <p:cNvSpPr>
            <a:spLocks noGrp="1"/>
          </p:cNvSpPr>
          <p:nvPr>
            <p:ph type="pic" sz="quarter" idx="23" hasCustomPrompt="1"/>
          </p:nvPr>
        </p:nvSpPr>
        <p:spPr>
          <a:xfrm>
            <a:off x="9152536" y="1620838"/>
            <a:ext cx="2486410" cy="1890000"/>
          </a:xfrm>
          <a:solidFill>
            <a:schemeClr val="bg1">
              <a:lumMod val="95000"/>
            </a:schemeClr>
          </a:solidFill>
        </p:spPr>
        <p:txBody>
          <a:bodyPr lIns="72000" tIns="72000"/>
          <a:lstStyle>
            <a:lvl1pPr>
              <a:defRPr sz="1000"/>
            </a:lvl1pPr>
          </a:lstStyle>
          <a:p>
            <a:r>
              <a:rPr lang="de-DE" dirty="0"/>
              <a:t>Bild einfügen (6,89 x 5,25 cm)</a:t>
            </a:r>
          </a:p>
        </p:txBody>
      </p:sp>
      <p:sp>
        <p:nvSpPr>
          <p:cNvPr id="2" name="Titel 1">
            <a:extLst>
              <a:ext uri="{FF2B5EF4-FFF2-40B4-BE49-F238E27FC236}">
                <a16:creationId xmlns:a16="http://schemas.microsoft.com/office/drawing/2014/main" id="{79BA389D-CC20-74E5-BDA2-DC4642BC9C86}"/>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#10</a:t>
            </a:r>
          </a:p>
        </p:txBody>
      </p:sp>
      <p:sp>
        <p:nvSpPr>
          <p:cNvPr id="7" name="Textplatzhalter 2">
            <a:extLst>
              <a:ext uri="{FF2B5EF4-FFF2-40B4-BE49-F238E27FC236}">
                <a16:creationId xmlns:a16="http://schemas.microsoft.com/office/drawing/2014/main" id="{D7A93B81-A5A6-66CB-DF5C-C931F783AC07}"/>
              </a:ext>
            </a:extLst>
          </p:cNvPr>
          <p:cNvSpPr>
            <a:spLocks noGrp="1"/>
          </p:cNvSpPr>
          <p:nvPr>
            <p:ph type="body" idx="24"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3FACDDF5-3522-17F8-9242-48C6A4072214}"/>
              </a:ext>
            </a:extLst>
          </p:cNvPr>
          <p:cNvSpPr>
            <a:spLocks noGrp="1"/>
          </p:cNvSpPr>
          <p:nvPr>
            <p:ph type="ftr" sz="quarter" idx="25"/>
          </p:nvPr>
        </p:nvSpPr>
        <p:spPr/>
        <p:txBody>
          <a:bodyPr/>
          <a:lstStyle/>
          <a:p>
            <a:r>
              <a:rPr lang="de-DE"/>
              <a:t>Titel der Präsentation | Name | Ort, Datum</a:t>
            </a:r>
          </a:p>
        </p:txBody>
      </p:sp>
      <p:sp>
        <p:nvSpPr>
          <p:cNvPr id="5" name="Textfeld 4">
            <a:extLst>
              <a:ext uri="{FF2B5EF4-FFF2-40B4-BE49-F238E27FC236}">
                <a16:creationId xmlns:a16="http://schemas.microsoft.com/office/drawing/2014/main" id="{389D7411-8100-5CE2-C28C-C913354D8E08}"/>
              </a:ext>
            </a:extLst>
          </p:cNvPr>
          <p:cNvSpPr txBox="1"/>
          <p:nvPr userDrawn="1"/>
        </p:nvSpPr>
        <p:spPr>
          <a:xfrm>
            <a:off x="10196623" y="680484"/>
            <a:ext cx="0"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3014990232"/>
      </p:ext>
    </p:extLst>
  </p:cSld>
  <p:clrMapOvr>
    <a:masterClrMapping/>
  </p:clrMapOvr>
  <p:extLst>
    <p:ext uri="{DCECCB84-F9BA-43D5-87BE-67443E8EF086}">
      <p15:sldGuideLst xmlns:p15="http://schemas.microsoft.com/office/powerpoint/2012/main">
        <p15:guide id="1" pos="2406" userDrawn="1">
          <p15:clr>
            <a:srgbClr val="FBAE40"/>
          </p15:clr>
        </p15:guide>
        <p15:guide id="2" pos="5765" userDrawn="1">
          <p15:clr>
            <a:srgbClr val="FBAE40"/>
          </p15:clr>
        </p15:guide>
        <p15:guide id="3" pos="5654" userDrawn="1">
          <p15:clr>
            <a:srgbClr val="FBAE40"/>
          </p15:clr>
        </p15:guide>
        <p15:guide id="4" pos="3976" userDrawn="1">
          <p15:clr>
            <a:srgbClr val="FBAE40"/>
          </p15:clr>
        </p15:guide>
        <p15:guide id="5" pos="4085" userDrawn="1">
          <p15:clr>
            <a:srgbClr val="FBAE40"/>
          </p15:clr>
        </p15:guide>
        <p15:guide id="6" pos="2291"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Bild-Folie #11">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4265469" cy="3003799"/>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Format </a:t>
            </a:r>
            <a:r>
              <a:rPr lang="de-DE" dirty="0"/>
              <a:t>11,85 x 8,34 cm.</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5599387" y="1620839"/>
            <a:ext cx="2486410" cy="2391560"/>
          </a:xfrm>
          <a:solidFill>
            <a:schemeClr val="bg1">
              <a:lumMod val="95000"/>
            </a:schemeClr>
          </a:solidFill>
        </p:spPr>
        <p:txBody>
          <a:bodyPr lIns="72000" tIns="72000"/>
          <a:lstStyle>
            <a:lvl1pPr>
              <a:defRPr sz="1000"/>
            </a:lvl1pPr>
          </a:lstStyle>
          <a:p>
            <a:r>
              <a:rPr lang="de-DE" dirty="0"/>
              <a:t>Bild einfügen (6,91 x 6,64 cm)</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5596722" y="4226400"/>
            <a:ext cx="3378077" cy="2072800"/>
          </a:xfrm>
          <a:solidFill>
            <a:schemeClr val="bg1">
              <a:lumMod val="95000"/>
            </a:schemeClr>
          </a:solidFill>
        </p:spPr>
        <p:txBody>
          <a:bodyPr lIns="72000" tIns="72000"/>
          <a:lstStyle>
            <a:lvl1pPr>
              <a:defRPr sz="1000"/>
            </a:lvl1pPr>
          </a:lstStyle>
          <a:p>
            <a:r>
              <a:rPr lang="de-DE" dirty="0"/>
              <a:t>Bild einfügen (9,38 x 5,76 cm)</a:t>
            </a:r>
          </a:p>
        </p:txBody>
      </p:sp>
      <p:sp>
        <p:nvSpPr>
          <p:cNvPr id="39" name="Bildplatzhalter 4">
            <a:extLst>
              <a:ext uri="{FF2B5EF4-FFF2-40B4-BE49-F238E27FC236}">
                <a16:creationId xmlns:a16="http://schemas.microsoft.com/office/drawing/2014/main" id="{44CEE810-7814-3E74-9A2E-6468C03FF587}"/>
              </a:ext>
            </a:extLst>
          </p:cNvPr>
          <p:cNvSpPr>
            <a:spLocks noGrp="1"/>
          </p:cNvSpPr>
          <p:nvPr>
            <p:ph type="pic" sz="quarter" idx="23" hasCustomPrompt="1"/>
          </p:nvPr>
        </p:nvSpPr>
        <p:spPr>
          <a:xfrm>
            <a:off x="8264525" y="1620838"/>
            <a:ext cx="3374421" cy="2391559"/>
          </a:xfrm>
          <a:solidFill>
            <a:schemeClr val="bg1">
              <a:lumMod val="95000"/>
            </a:schemeClr>
          </a:solidFill>
        </p:spPr>
        <p:txBody>
          <a:bodyPr lIns="72000" tIns="72000"/>
          <a:lstStyle>
            <a:lvl1pPr>
              <a:defRPr sz="1000"/>
            </a:lvl1pPr>
          </a:lstStyle>
          <a:p>
            <a:r>
              <a:rPr lang="de-DE" dirty="0"/>
              <a:t>Bild einfügen (9,37 x 6,64 cm)</a:t>
            </a:r>
          </a:p>
        </p:txBody>
      </p:sp>
      <p:sp>
        <p:nvSpPr>
          <p:cNvPr id="35" name="Bildplatzhalter 4">
            <a:extLst>
              <a:ext uri="{FF2B5EF4-FFF2-40B4-BE49-F238E27FC236}">
                <a16:creationId xmlns:a16="http://schemas.microsoft.com/office/drawing/2014/main" id="{03F0F056-7BE7-51F0-B82D-24253B7F0D79}"/>
              </a:ext>
            </a:extLst>
          </p:cNvPr>
          <p:cNvSpPr>
            <a:spLocks noGrp="1"/>
          </p:cNvSpPr>
          <p:nvPr>
            <p:ph type="pic" sz="quarter" idx="24" hasCustomPrompt="1"/>
          </p:nvPr>
        </p:nvSpPr>
        <p:spPr>
          <a:xfrm>
            <a:off x="3365994" y="4813200"/>
            <a:ext cx="2052000" cy="1486000"/>
          </a:xfrm>
          <a:solidFill>
            <a:schemeClr val="bg1">
              <a:lumMod val="95000"/>
            </a:schemeClr>
          </a:solidFill>
        </p:spPr>
        <p:txBody>
          <a:bodyPr lIns="72000" tIns="72000"/>
          <a:lstStyle>
            <a:lvl1pPr>
              <a:spcBef>
                <a:spcPts val="0"/>
              </a:spcBef>
              <a:defRPr sz="1000"/>
            </a:lvl1pPr>
          </a:lstStyle>
          <a:p>
            <a:r>
              <a:rPr lang="de-DE" dirty="0"/>
              <a:t>Bild einfügen (5,7 x 4,13 cm)</a:t>
            </a:r>
          </a:p>
        </p:txBody>
      </p:sp>
      <p:sp>
        <p:nvSpPr>
          <p:cNvPr id="40" name="Bildplatzhalter 4">
            <a:extLst>
              <a:ext uri="{FF2B5EF4-FFF2-40B4-BE49-F238E27FC236}">
                <a16:creationId xmlns:a16="http://schemas.microsoft.com/office/drawing/2014/main" id="{50D163F6-5E61-6C7A-A768-E7616B0762AE}"/>
              </a:ext>
            </a:extLst>
          </p:cNvPr>
          <p:cNvSpPr>
            <a:spLocks noGrp="1"/>
          </p:cNvSpPr>
          <p:nvPr>
            <p:ph type="pic" sz="quarter" idx="25" hasCustomPrompt="1"/>
          </p:nvPr>
        </p:nvSpPr>
        <p:spPr>
          <a:xfrm>
            <a:off x="9153521" y="4226400"/>
            <a:ext cx="2485426" cy="1656000"/>
          </a:xfrm>
          <a:solidFill>
            <a:schemeClr val="bg1">
              <a:lumMod val="95000"/>
            </a:schemeClr>
          </a:solidFill>
        </p:spPr>
        <p:txBody>
          <a:bodyPr lIns="72000" tIns="72000"/>
          <a:lstStyle>
            <a:lvl1pPr>
              <a:defRPr sz="1000"/>
            </a:lvl1pPr>
          </a:lstStyle>
          <a:p>
            <a:r>
              <a:rPr lang="de-DE" dirty="0"/>
              <a:t>Bild einfügen (6,9 x 4,6 cm)</a:t>
            </a:r>
          </a:p>
        </p:txBody>
      </p:sp>
      <p:sp>
        <p:nvSpPr>
          <p:cNvPr id="2" name="Titel 1">
            <a:extLst>
              <a:ext uri="{FF2B5EF4-FFF2-40B4-BE49-F238E27FC236}">
                <a16:creationId xmlns:a16="http://schemas.microsoft.com/office/drawing/2014/main" id="{66B3270F-BA2F-B063-560B-08FD880B7DF0}"/>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#11</a:t>
            </a:r>
          </a:p>
        </p:txBody>
      </p:sp>
      <p:sp>
        <p:nvSpPr>
          <p:cNvPr id="7" name="Textplatzhalter 2">
            <a:extLst>
              <a:ext uri="{FF2B5EF4-FFF2-40B4-BE49-F238E27FC236}">
                <a16:creationId xmlns:a16="http://schemas.microsoft.com/office/drawing/2014/main" id="{9298170C-B090-39E0-451A-A0CE94BEF1D5}"/>
              </a:ext>
            </a:extLst>
          </p:cNvPr>
          <p:cNvSpPr>
            <a:spLocks noGrp="1"/>
          </p:cNvSpPr>
          <p:nvPr>
            <p:ph type="body" idx="26" hasCustomPrompt="1"/>
          </p:nvPr>
        </p:nvSpPr>
        <p:spPr>
          <a:xfrm>
            <a:off x="1152000" y="6181200"/>
            <a:ext cx="2160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59022868-559F-F461-353A-E5C78779A1A1}"/>
              </a:ext>
            </a:extLst>
          </p:cNvPr>
          <p:cNvSpPr>
            <a:spLocks noGrp="1"/>
          </p:cNvSpPr>
          <p:nvPr>
            <p:ph type="ftr" sz="quarter" idx="27"/>
          </p:nvPr>
        </p:nvSpPr>
        <p:spPr/>
        <p:txBody>
          <a:bodyPr/>
          <a:lstStyle/>
          <a:p>
            <a:r>
              <a:rPr lang="de-DE"/>
              <a:t>Titel der Präsentation | Name | Ort, Datum</a:t>
            </a:r>
          </a:p>
        </p:txBody>
      </p:sp>
    </p:spTree>
    <p:extLst>
      <p:ext uri="{BB962C8B-B14F-4D97-AF65-F5344CB8AC3E}">
        <p14:creationId xmlns:p14="http://schemas.microsoft.com/office/powerpoint/2010/main" val="3948828453"/>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Bild-Folie #12">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53F8B0A-705B-2488-1C9E-38FBB2F0011D}"/>
              </a:ext>
            </a:extLst>
          </p:cNvPr>
          <p:cNvSpPr/>
          <p:nvPr userDrawn="1"/>
        </p:nvSpPr>
        <p:spPr>
          <a:xfrm>
            <a:off x="612775" y="0"/>
            <a:ext cx="1158042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413574" y="0"/>
            <a:ext cx="5778426"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16,05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63876" y="487783"/>
            <a:ext cx="4821736" cy="913979"/>
          </a:xfrm>
        </p:spPr>
        <p:txBody>
          <a:bodyPr/>
          <a:lstStyle>
            <a:lvl1pPr>
              <a:defRPr>
                <a:solidFill>
                  <a:schemeClr val="bg1"/>
                </a:solidFill>
              </a:defRPr>
            </a:lvl1pPr>
          </a:lstStyle>
          <a:p>
            <a:r>
              <a:rPr lang="de-DE" dirty="0"/>
              <a:t>Headline Sparkasse Head 28pt Bild ½ #12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63876" y="266400"/>
            <a:ext cx="4821736"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1163874" y="1565999"/>
            <a:ext cx="4821735" cy="4734000"/>
          </a:xfrm>
        </p:spPr>
        <p:txBody>
          <a:bodyPr/>
          <a:lstStyle>
            <a:lvl1pPr>
              <a:defRPr>
                <a:solidFill>
                  <a:schemeClr val="bg1"/>
                </a:solidFill>
              </a:defRPr>
            </a:lvl1pPr>
            <a:lvl2pPr marL="216000" indent="-216000">
              <a:spcBef>
                <a:spcPts val="0"/>
              </a:spcBef>
              <a:buClr>
                <a:schemeClr val="bg1"/>
              </a:buClr>
              <a:buFont typeface="Arial" panose="020B0604020202020204" pitchFamily="34" charset="0"/>
              <a:buChar char="•"/>
              <a:defRPr>
                <a:solidFill>
                  <a:schemeClr val="bg1"/>
                </a:solidFill>
              </a:defRPr>
            </a:lvl2pPr>
            <a:lvl3pPr marL="432000" indent="-216000">
              <a:spcBef>
                <a:spcPts val="0"/>
              </a:spcBef>
              <a:buClr>
                <a:schemeClr val="bg1"/>
              </a:buClr>
              <a:buFont typeface="Arial" panose="020B0604020202020204" pitchFamily="34" charset="0"/>
              <a:buChar char="•"/>
              <a:defRPr>
                <a:solidFill>
                  <a:schemeClr val="bg1"/>
                </a:solidFill>
              </a:defRPr>
            </a:lvl3pPr>
            <a:lvl4pPr marL="648000" indent="-216000">
              <a:spcBef>
                <a:spcPts val="0"/>
              </a:spcBef>
              <a:buClr>
                <a:schemeClr val="bg1"/>
              </a:buClr>
              <a:buFont typeface="Arial" panose="020B0604020202020204" pitchFamily="34" charset="0"/>
              <a:buChar char="•"/>
              <a:defRPr>
                <a:solidFill>
                  <a:schemeClr val="bg1"/>
                </a:solidFill>
              </a:defRPr>
            </a:lvl4pPr>
            <a:lvl5pPr marL="864000" indent="-216000">
              <a:spcBef>
                <a:spcPts val="0"/>
              </a:spcBef>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2">
            <a:extLst>
              <a:ext uri="{FF2B5EF4-FFF2-40B4-BE49-F238E27FC236}">
                <a16:creationId xmlns:a16="http://schemas.microsoft.com/office/drawing/2014/main" id="{2E110C45-0CE7-134C-0D7E-6BA9AC28F9F4}"/>
              </a:ext>
            </a:extLst>
          </p:cNvPr>
          <p:cNvSpPr>
            <a:spLocks noGrp="1"/>
          </p:cNvSpPr>
          <p:nvPr>
            <p:ph type="body" idx="18" hasCustomPrompt="1"/>
          </p:nvPr>
        </p:nvSpPr>
        <p:spPr>
          <a:xfrm>
            <a:off x="1152525" y="6181200"/>
            <a:ext cx="4824000"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D5440FFE-E6CE-BFE0-B712-936CFE5065AF}"/>
              </a:ext>
            </a:extLst>
          </p:cNvPr>
          <p:cNvSpPr>
            <a:spLocks noGrp="1"/>
          </p:cNvSpPr>
          <p:nvPr>
            <p:ph type="ftr" sz="quarter" idx="19"/>
          </p:nvPr>
        </p:nvSpPr>
        <p:spPr>
          <a:xfrm>
            <a:off x="1152523" y="6408000"/>
            <a:ext cx="4824001" cy="180000"/>
          </a:xfrm>
        </p:spPr>
        <p:txBody>
          <a:bodyPr/>
          <a:lstStyle>
            <a:lvl1pPr>
              <a:defRPr>
                <a:solidFill>
                  <a:schemeClr val="bg1"/>
                </a:solidFill>
              </a:defRPr>
            </a:lvl1pPr>
          </a:lstStyle>
          <a:p>
            <a:r>
              <a:rPr lang="de-DE"/>
              <a:t>Titel der Präsentation | Name | Ort, Datum</a:t>
            </a:r>
          </a:p>
        </p:txBody>
      </p:sp>
      <p:cxnSp>
        <p:nvCxnSpPr>
          <p:cNvPr id="7" name="Gerader Verbinder 6">
            <a:extLst>
              <a:ext uri="{FF2B5EF4-FFF2-40B4-BE49-F238E27FC236}">
                <a16:creationId xmlns:a16="http://schemas.microsoft.com/office/drawing/2014/main" id="{B318B324-BAD5-6B0E-65CC-55C4B3C3E362}"/>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1159907"/>
      </p:ext>
    </p:extLst>
  </p:cSld>
  <p:clrMapOvr>
    <a:masterClrMapping/>
  </p:clrMapOvr>
  <p:extLst>
    <p:ext uri="{DCECCB84-F9BA-43D5-87BE-67443E8EF086}">
      <p15:sldGuideLst xmlns:p15="http://schemas.microsoft.com/office/powerpoint/2012/main">
        <p15:guide id="1" pos="6213">
          <p15:clr>
            <a:srgbClr val="FBAE40"/>
          </p15:clr>
        </p15:guide>
        <p15:guide id="2" pos="429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r Hedline #1">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#4</a:t>
            </a:r>
          </a:p>
        </p:txBody>
      </p:sp>
      <p:sp>
        <p:nvSpPr>
          <p:cNvPr id="4" name="Textplatzhalter 2">
            <a:extLst>
              <a:ext uri="{FF2B5EF4-FFF2-40B4-BE49-F238E27FC236}">
                <a16:creationId xmlns:a16="http://schemas.microsoft.com/office/drawing/2014/main" id="{3F092AC8-2E1A-CA19-E61F-FDDB99297D2E}"/>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6" name="Fußzeilenplatzhalter 5">
            <a:extLst>
              <a:ext uri="{FF2B5EF4-FFF2-40B4-BE49-F238E27FC236}">
                <a16:creationId xmlns:a16="http://schemas.microsoft.com/office/drawing/2014/main" id="{06747535-BD26-FD88-0847-68F5486682E0}"/>
              </a:ext>
            </a:extLst>
          </p:cNvPr>
          <p:cNvSpPr>
            <a:spLocks noGrp="1"/>
          </p:cNvSpPr>
          <p:nvPr>
            <p:ph type="ftr" sz="quarter" idx="18"/>
          </p:nvPr>
        </p:nvSpPr>
        <p:spPr/>
        <p:txBody>
          <a:bodyPr/>
          <a:lstStyle/>
          <a:p>
            <a:r>
              <a:rPr lang="de-DE"/>
              <a:t>Titel der Präsentation | Name | Ort, Datum</a:t>
            </a:r>
          </a:p>
        </p:txBody>
      </p:sp>
    </p:spTree>
    <p:extLst>
      <p:ext uri="{BB962C8B-B14F-4D97-AF65-F5344CB8AC3E}">
        <p14:creationId xmlns:p14="http://schemas.microsoft.com/office/powerpoint/2010/main" val="29933175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r Hedline #2">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2A502F6-608E-6EB5-AD16-480A7E457CAE}"/>
              </a:ext>
            </a:extLst>
          </p:cNvPr>
          <p:cNvSpPr/>
          <p:nvPr userDrawn="1"/>
        </p:nvSpPr>
        <p:spPr>
          <a:xfrm>
            <a:off x="611226" y="0"/>
            <a:ext cx="115795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solidFill>
                  <a:schemeClr val="bg1"/>
                </a:solidFill>
              </a:defRPr>
            </a:lvl1pPr>
          </a:lstStyle>
          <a:p>
            <a:r>
              <a:rPr lang="de-DE" dirty="0"/>
              <a:t>Headline Sparkasse Head 28pt ein- bis max. zweizeilig #5</a:t>
            </a:r>
          </a:p>
        </p:txBody>
      </p:sp>
      <p:sp>
        <p:nvSpPr>
          <p:cNvPr id="4" name="Textplatzhalter 2">
            <a:extLst>
              <a:ext uri="{FF2B5EF4-FFF2-40B4-BE49-F238E27FC236}">
                <a16:creationId xmlns:a16="http://schemas.microsoft.com/office/drawing/2014/main" id="{3F092AC8-2E1A-CA19-E61F-FDDB99297D2E}"/>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6" name="Fußzeilenplatzhalter 5">
            <a:extLst>
              <a:ext uri="{FF2B5EF4-FFF2-40B4-BE49-F238E27FC236}">
                <a16:creationId xmlns:a16="http://schemas.microsoft.com/office/drawing/2014/main" id="{06747535-BD26-FD88-0847-68F5486682E0}"/>
              </a:ext>
            </a:extLst>
          </p:cNvPr>
          <p:cNvSpPr>
            <a:spLocks noGrp="1"/>
          </p:cNvSpPr>
          <p:nvPr>
            <p:ph type="ftr" sz="quarter" idx="18"/>
          </p:nvPr>
        </p:nvSpPr>
        <p:spPr/>
        <p:txBody>
          <a:bodyPr/>
          <a:lstStyle>
            <a:lvl1pPr>
              <a:defRPr>
                <a:solidFill>
                  <a:schemeClr val="bg1"/>
                </a:solidFill>
              </a:defRPr>
            </a:lvl1pPr>
          </a:lstStyle>
          <a:p>
            <a:r>
              <a:rPr lang="de-DE"/>
              <a:t>Titel der Präsentation | Name | Ort, Datum</a:t>
            </a:r>
          </a:p>
        </p:txBody>
      </p:sp>
      <p:cxnSp>
        <p:nvCxnSpPr>
          <p:cNvPr id="9" name="Gerader Verbinder 8">
            <a:extLst>
              <a:ext uri="{FF2B5EF4-FFF2-40B4-BE49-F238E27FC236}">
                <a16:creationId xmlns:a16="http://schemas.microsoft.com/office/drawing/2014/main" id="{0A991AF5-616B-7119-1476-477848368952}"/>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78389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Video-Folie">
    <p:bg>
      <p:bgPr>
        <a:solidFill>
          <a:schemeClr val="tx1"/>
        </a:solidFill>
        <a:effectLst/>
      </p:bgPr>
    </p:bg>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B010F72A-BD22-21C0-7378-614825734ED8}"/>
              </a:ext>
            </a:extLst>
          </p:cNvPr>
          <p:cNvSpPr>
            <a:spLocks noGrp="1"/>
          </p:cNvSpPr>
          <p:nvPr>
            <p:ph type="ftr" sz="quarter" idx="3"/>
          </p:nvPr>
        </p:nvSpPr>
        <p:spPr>
          <a:xfrm rot="16200000">
            <a:off x="-2564672" y="3373734"/>
            <a:ext cx="5742117" cy="144000"/>
          </a:xfrm>
          <a:prstGeom prst="rect">
            <a:avLst/>
          </a:prstGeom>
        </p:spPr>
        <p:txBody>
          <a:bodyPr vert="horz" lIns="0" tIns="0" rIns="0" bIns="28800" rtlCol="0" anchor="ctr">
            <a:noAutofit/>
          </a:bodyPr>
          <a:lstStyle>
            <a:lvl1pPr algn="ctr">
              <a:lnSpc>
                <a:spcPts val="1200"/>
              </a:lnSpc>
              <a:defRPr sz="700" cap="all" spc="80" baseline="0">
                <a:solidFill>
                  <a:schemeClr val="bg1">
                    <a:alpha val="0"/>
                  </a:schemeClr>
                </a:solidFill>
              </a:defRPr>
            </a:lvl1pPr>
          </a:lstStyle>
          <a:p>
            <a:r>
              <a:rPr lang="de-DE"/>
              <a:t>Titel der Präsentation | Name | Ort, Datum</a:t>
            </a:r>
            <a:endParaRPr lang="de-DE" dirty="0"/>
          </a:p>
        </p:txBody>
      </p:sp>
      <p:sp>
        <p:nvSpPr>
          <p:cNvPr id="8" name="Medienplatzhalter 7">
            <a:extLst>
              <a:ext uri="{FF2B5EF4-FFF2-40B4-BE49-F238E27FC236}">
                <a16:creationId xmlns:a16="http://schemas.microsoft.com/office/drawing/2014/main" id="{E56DD4CA-6146-7937-6958-46699AA02ED5}"/>
              </a:ext>
            </a:extLst>
          </p:cNvPr>
          <p:cNvSpPr>
            <a:spLocks noGrp="1"/>
          </p:cNvSpPr>
          <p:nvPr>
            <p:ph type="media" sz="quarter" idx="13" hasCustomPrompt="1"/>
          </p:nvPr>
        </p:nvSpPr>
        <p:spPr>
          <a:xfrm>
            <a:off x="0" y="0"/>
            <a:ext cx="12193200" cy="6858000"/>
          </a:xfrm>
          <a:solidFill>
            <a:schemeClr val="bg1">
              <a:lumMod val="95000"/>
            </a:schemeClr>
          </a:solidFill>
        </p:spPr>
        <p:txBody>
          <a:bodyPr lIns="72000" tIns="36000"/>
          <a:lstStyle>
            <a:lvl1pPr>
              <a:spcBef>
                <a:spcPts val="0"/>
              </a:spcBef>
              <a:defRPr sz="900"/>
            </a:lvl1pPr>
          </a:lstStyle>
          <a:p>
            <a:r>
              <a:rPr lang="de-DE" noProof="0" dirty="0"/>
              <a:t>Bitte fügen Sie ein Video über Klick auf das Symbol im Platzhalter ein.</a:t>
            </a:r>
            <a:br>
              <a:rPr lang="de-DE" noProof="0" dirty="0"/>
            </a:br>
            <a:r>
              <a:rPr lang="de-DE" noProof="0" dirty="0"/>
              <a:t>Oder mit Klick auf den Platzhalter und der rechten Maustaste den Befehl „Video einfügen“ auswählen. </a:t>
            </a:r>
          </a:p>
          <a:p>
            <a:r>
              <a:rPr lang="de-DE" noProof="0" dirty="0"/>
              <a:t>Oder ein Video aus der Zwischenablage in den angeklickten Platzhalter einfügen. Format </a:t>
            </a:r>
            <a:r>
              <a:rPr lang="de-DE" dirty="0"/>
              <a:t>33,87 x 19,05 cm.</a:t>
            </a:r>
          </a:p>
        </p:txBody>
      </p:sp>
    </p:spTree>
    <p:extLst>
      <p:ext uri="{BB962C8B-B14F-4D97-AF65-F5344CB8AC3E}">
        <p14:creationId xmlns:p14="http://schemas.microsoft.com/office/powerpoint/2010/main" val="23632490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ockup-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#1</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Fußzeilenplatzhalter 3">
            <a:extLst>
              <a:ext uri="{FF2B5EF4-FFF2-40B4-BE49-F238E27FC236}">
                <a16:creationId xmlns:a16="http://schemas.microsoft.com/office/drawing/2014/main" id="{7AEC34B0-20CC-3187-B106-26A3E1B73850}"/>
              </a:ext>
            </a:extLst>
          </p:cNvPr>
          <p:cNvSpPr>
            <a:spLocks noGrp="1"/>
          </p:cNvSpPr>
          <p:nvPr>
            <p:ph type="ftr" sz="quarter" idx="16"/>
          </p:nvPr>
        </p:nvSpPr>
        <p:spPr/>
        <p:txBody>
          <a:bodyPr/>
          <a:lstStyle/>
          <a:p>
            <a:r>
              <a:rPr lang="de-DE"/>
              <a:t>Titel der Präsentation | Name | Ort, Datum</a:t>
            </a:r>
            <a:endParaRPr lang="de-DE" dirty="0"/>
          </a:p>
        </p:txBody>
      </p:sp>
      <p:sp>
        <p:nvSpPr>
          <p:cNvPr id="5" name="Textplatzhalter 2">
            <a:extLst>
              <a:ext uri="{FF2B5EF4-FFF2-40B4-BE49-F238E27FC236}">
                <a16:creationId xmlns:a16="http://schemas.microsoft.com/office/drawing/2014/main" id="{2B8221D4-A2C9-9171-3C19-A03B535ADFBB}"/>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26" name="Bildplatzhalter 25">
            <a:extLst>
              <a:ext uri="{FF2B5EF4-FFF2-40B4-BE49-F238E27FC236}">
                <a16:creationId xmlns:a16="http://schemas.microsoft.com/office/drawing/2014/main" id="{E0FC838F-3880-1AD6-A575-C42AB089E25E}"/>
              </a:ext>
            </a:extLst>
          </p:cNvPr>
          <p:cNvSpPr>
            <a:spLocks noGrp="1"/>
          </p:cNvSpPr>
          <p:nvPr>
            <p:ph type="pic" sz="quarter" idx="15" hasCustomPrompt="1"/>
          </p:nvPr>
        </p:nvSpPr>
        <p:spPr>
          <a:xfrm>
            <a:off x="7915227" y="1720516"/>
            <a:ext cx="2111542" cy="4479759"/>
          </a:xfrm>
          <a:custGeom>
            <a:avLst/>
            <a:gdLst>
              <a:gd name="connsiteX0" fmla="*/ 200280 w 2111542"/>
              <a:gd name="connsiteY0" fmla="*/ 0 h 4465722"/>
              <a:gd name="connsiteX1" fmla="*/ 486997 w 2111542"/>
              <a:gd name="connsiteY1" fmla="*/ 0 h 4465722"/>
              <a:gd name="connsiteX2" fmla="*/ 479257 w 2111542"/>
              <a:gd name="connsiteY2" fmla="*/ 38335 h 4465722"/>
              <a:gd name="connsiteX3" fmla="*/ 601343 w 2111542"/>
              <a:gd name="connsiteY3" fmla="*/ 160421 h 4465722"/>
              <a:gd name="connsiteX4" fmla="*/ 1512203 w 2111542"/>
              <a:gd name="connsiteY4" fmla="*/ 160421 h 4465722"/>
              <a:gd name="connsiteX5" fmla="*/ 1634289 w 2111542"/>
              <a:gd name="connsiteY5" fmla="*/ 38335 h 4465722"/>
              <a:gd name="connsiteX6" fmla="*/ 1626549 w 2111542"/>
              <a:gd name="connsiteY6" fmla="*/ 0 h 4465722"/>
              <a:gd name="connsiteX7" fmla="*/ 1911262 w 2111542"/>
              <a:gd name="connsiteY7" fmla="*/ 0 h 4465722"/>
              <a:gd name="connsiteX8" fmla="*/ 2111542 w 2111542"/>
              <a:gd name="connsiteY8" fmla="*/ 200280 h 4465722"/>
              <a:gd name="connsiteX9" fmla="*/ 2111542 w 2111542"/>
              <a:gd name="connsiteY9" fmla="*/ 4265442 h 4465722"/>
              <a:gd name="connsiteX10" fmla="*/ 1911262 w 2111542"/>
              <a:gd name="connsiteY10" fmla="*/ 4465722 h 4465722"/>
              <a:gd name="connsiteX11" fmla="*/ 200280 w 2111542"/>
              <a:gd name="connsiteY11" fmla="*/ 4465722 h 4465722"/>
              <a:gd name="connsiteX12" fmla="*/ 0 w 2111542"/>
              <a:gd name="connsiteY12" fmla="*/ 4265442 h 4465722"/>
              <a:gd name="connsiteX13" fmla="*/ 0 w 2111542"/>
              <a:gd name="connsiteY13" fmla="*/ 200280 h 4465722"/>
              <a:gd name="connsiteX14" fmla="*/ 200280 w 2111542"/>
              <a:gd name="connsiteY14" fmla="*/ 0 h 446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11542" h="4465722">
                <a:moveTo>
                  <a:pt x="200280" y="0"/>
                </a:moveTo>
                <a:lnTo>
                  <a:pt x="486997" y="0"/>
                </a:lnTo>
                <a:lnTo>
                  <a:pt x="479257" y="38335"/>
                </a:lnTo>
                <a:cubicBezTo>
                  <a:pt x="479257" y="105761"/>
                  <a:pt x="533917" y="160421"/>
                  <a:pt x="601343" y="160421"/>
                </a:cubicBezTo>
                <a:lnTo>
                  <a:pt x="1512203" y="160421"/>
                </a:lnTo>
                <a:cubicBezTo>
                  <a:pt x="1579629" y="160421"/>
                  <a:pt x="1634289" y="105761"/>
                  <a:pt x="1634289" y="38335"/>
                </a:cubicBezTo>
                <a:lnTo>
                  <a:pt x="1626549" y="0"/>
                </a:lnTo>
                <a:lnTo>
                  <a:pt x="1911262" y="0"/>
                </a:lnTo>
                <a:cubicBezTo>
                  <a:pt x="2021874" y="0"/>
                  <a:pt x="2111542" y="89668"/>
                  <a:pt x="2111542" y="200280"/>
                </a:cubicBezTo>
                <a:lnTo>
                  <a:pt x="2111542" y="4265442"/>
                </a:lnTo>
                <a:cubicBezTo>
                  <a:pt x="2111542" y="4376054"/>
                  <a:pt x="2021874" y="4465722"/>
                  <a:pt x="1911262" y="4465722"/>
                </a:cubicBezTo>
                <a:lnTo>
                  <a:pt x="200280" y="4465722"/>
                </a:lnTo>
                <a:cubicBezTo>
                  <a:pt x="89668" y="4465722"/>
                  <a:pt x="0" y="4376054"/>
                  <a:pt x="0" y="4265442"/>
                </a:cubicBezTo>
                <a:lnTo>
                  <a:pt x="0" y="200280"/>
                </a:lnTo>
                <a:cubicBezTo>
                  <a:pt x="0" y="89668"/>
                  <a:pt x="89668" y="0"/>
                  <a:pt x="200280" y="0"/>
                </a:cubicBezTo>
                <a:close/>
              </a:path>
            </a:pathLst>
          </a:custGeom>
          <a:noFill/>
        </p:spPr>
        <p:txBody>
          <a:bodyPr wrap="square" tIns="360000">
            <a:noAutofit/>
          </a:bodyPr>
          <a:lstStyle>
            <a:lvl1pPr algn="ctr">
              <a:lnSpc>
                <a:spcPct val="100000"/>
              </a:lnSpc>
              <a:spcBef>
                <a:spcPts val="0"/>
              </a:spcBef>
              <a:defRPr sz="950"/>
            </a:lvl1pPr>
          </a:lstStyle>
          <a:p>
            <a:r>
              <a:rPr lang="de-DE" noProof="0" dirty="0"/>
              <a:t>Bitte fügen Sie ein Bild über Klick </a:t>
            </a:r>
            <a:br>
              <a:rPr lang="de-DE" noProof="0" dirty="0"/>
            </a:br>
            <a:r>
              <a:rPr lang="de-DE" noProof="0" dirty="0"/>
              <a:t>auf das Symbol im Platzhalter ein.</a:t>
            </a:r>
            <a:br>
              <a:rPr lang="de-DE" noProof="0" dirty="0"/>
            </a:br>
            <a:r>
              <a:rPr lang="de-DE" noProof="0" dirty="0"/>
              <a:t>Oder mit Klick auf den Platzhalter </a:t>
            </a:r>
            <a:br>
              <a:rPr lang="de-DE" noProof="0" dirty="0"/>
            </a:br>
            <a:r>
              <a:rPr lang="de-DE" noProof="0" dirty="0"/>
              <a:t>und der rechten Maustaste </a:t>
            </a:r>
            <a:br>
              <a:rPr lang="de-DE" noProof="0" dirty="0"/>
            </a:br>
            <a:r>
              <a:rPr lang="de-DE" noProof="0" dirty="0"/>
              <a:t>den Befehl „Bild einfügen“ </a:t>
            </a:r>
            <a:br>
              <a:rPr lang="de-DE" noProof="0" dirty="0"/>
            </a:br>
            <a:r>
              <a:rPr lang="de-DE" noProof="0" dirty="0"/>
              <a:t>auswählen. Oder ein Bild aus </a:t>
            </a:r>
            <a:br>
              <a:rPr lang="de-DE" noProof="0" dirty="0"/>
            </a:br>
            <a:r>
              <a:rPr lang="de-DE" noProof="0" dirty="0"/>
              <a:t>der Zwischenablage in den </a:t>
            </a:r>
            <a:br>
              <a:rPr lang="de-DE" noProof="0" dirty="0"/>
            </a:br>
            <a:r>
              <a:rPr lang="de-DE" noProof="0" dirty="0"/>
              <a:t>angeklickten Platzhalter einfügen. </a:t>
            </a:r>
            <a:br>
              <a:rPr lang="de-DE" noProof="0" dirty="0"/>
            </a:br>
            <a:r>
              <a:rPr lang="de-DE" noProof="0" dirty="0"/>
              <a:t>Format </a:t>
            </a:r>
            <a:r>
              <a:rPr lang="de-DE" dirty="0"/>
              <a:t>5,87 x 12,44 cm.</a:t>
            </a:r>
          </a:p>
        </p:txBody>
      </p:sp>
      <p:sp>
        <p:nvSpPr>
          <p:cNvPr id="8" name="Inhaltsplatzhalter 2">
            <a:extLst>
              <a:ext uri="{FF2B5EF4-FFF2-40B4-BE49-F238E27FC236}">
                <a16:creationId xmlns:a16="http://schemas.microsoft.com/office/drawing/2014/main" id="{3A07F1A6-0364-4636-B0FD-73374061C9D2}"/>
              </a:ext>
            </a:extLst>
          </p:cNvPr>
          <p:cNvSpPr>
            <a:spLocks noGrp="1"/>
          </p:cNvSpPr>
          <p:nvPr>
            <p:ph idx="18" hasCustomPrompt="1"/>
          </p:nvPr>
        </p:nvSpPr>
        <p:spPr>
          <a:xfrm>
            <a:off x="1153527" y="1565999"/>
            <a:ext cx="4917839"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430990389"/>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ockup-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Fußzeilenplatzhalter 3">
            <a:extLst>
              <a:ext uri="{FF2B5EF4-FFF2-40B4-BE49-F238E27FC236}">
                <a16:creationId xmlns:a16="http://schemas.microsoft.com/office/drawing/2014/main" id="{AAA33AA8-9CAC-3492-3865-3D78C0DBD234}"/>
              </a:ext>
            </a:extLst>
          </p:cNvPr>
          <p:cNvSpPr>
            <a:spLocks noGrp="1"/>
          </p:cNvSpPr>
          <p:nvPr>
            <p:ph type="ftr" sz="quarter" idx="15"/>
          </p:nvPr>
        </p:nvSpPr>
        <p:spPr/>
        <p:txBody>
          <a:bodyPr/>
          <a:lstStyle/>
          <a:p>
            <a:r>
              <a:rPr lang="de-DE"/>
              <a:t>Titel der Präsentation | Name | Ort, Datum</a:t>
            </a:r>
            <a:endParaRPr lang="de-DE" dirty="0"/>
          </a:p>
        </p:txBody>
      </p:sp>
      <p:sp>
        <p:nvSpPr>
          <p:cNvPr id="8" name="Textplatzhalter 2">
            <a:extLst>
              <a:ext uri="{FF2B5EF4-FFF2-40B4-BE49-F238E27FC236}">
                <a16:creationId xmlns:a16="http://schemas.microsoft.com/office/drawing/2014/main" id="{7846DD82-0332-8564-685F-C282CC53A221}"/>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12" name="Picture Placeholder 8">
            <a:extLst>
              <a:ext uri="{FF2B5EF4-FFF2-40B4-BE49-F238E27FC236}">
                <a16:creationId xmlns:a16="http://schemas.microsoft.com/office/drawing/2014/main" id="{881DC0CE-F9B5-00F4-D385-745EBC2AB6D7}"/>
              </a:ext>
            </a:extLst>
          </p:cNvPr>
          <p:cNvSpPr>
            <a:spLocks noGrp="1"/>
          </p:cNvSpPr>
          <p:nvPr>
            <p:ph type="pic" sz="quarter" idx="10" hasCustomPrompt="1"/>
          </p:nvPr>
        </p:nvSpPr>
        <p:spPr>
          <a:xfrm>
            <a:off x="5396418" y="1799566"/>
            <a:ext cx="5464513" cy="3430800"/>
          </a:xfrm>
          <a:prstGeom prst="rect">
            <a:avLst/>
          </a:prstGeom>
          <a:noFill/>
        </p:spPr>
        <p:txBody>
          <a:bodyPr wrap="square" lIns="36000" tIns="36000">
            <a:noAutofit/>
          </a:bodyPr>
          <a:lstStyle>
            <a:lvl1pPr marL="0" indent="0" algn="ctr">
              <a:lnSpc>
                <a:spcPct val="100000"/>
              </a:lnSpc>
              <a:spcBef>
                <a:spcPts val="0"/>
              </a:spcBef>
              <a:spcAft>
                <a:spcPts val="0"/>
              </a:spcAft>
              <a:buClr>
                <a:schemeClr val="tx2"/>
              </a:buClr>
              <a:buFont typeface="Arial" panose="020B0604020202020204" pitchFamily="34" charset="0"/>
              <a:buNone/>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a:t>
            </a:r>
            <a:br>
              <a:rPr lang="de-DE" noProof="0" dirty="0"/>
            </a:br>
            <a:r>
              <a:rPr lang="de-DE" noProof="0" dirty="0"/>
              <a:t>den Befehl „Bild einfügen“ auswählen. Oder ein Bild aus der Zwischenablage </a:t>
            </a:r>
            <a:br>
              <a:rPr lang="de-DE" noProof="0" dirty="0"/>
            </a:br>
            <a:r>
              <a:rPr lang="de-DE" noProof="0" dirty="0"/>
              <a:t>in den angeklickten Platzhalter einfügen. Format 15,18 x 9,5 cm.</a:t>
            </a:r>
          </a:p>
        </p:txBody>
      </p:sp>
      <p:sp>
        <p:nvSpPr>
          <p:cNvPr id="3" name="Inhaltsplatzhalter 2">
            <a:extLst>
              <a:ext uri="{FF2B5EF4-FFF2-40B4-BE49-F238E27FC236}">
                <a16:creationId xmlns:a16="http://schemas.microsoft.com/office/drawing/2014/main" id="{6E9468DE-4895-6680-1BEC-D4253351E75D}"/>
              </a:ext>
            </a:extLst>
          </p:cNvPr>
          <p:cNvSpPr>
            <a:spLocks noGrp="1"/>
          </p:cNvSpPr>
          <p:nvPr>
            <p:ph idx="18" hasCustomPrompt="1"/>
          </p:nvPr>
        </p:nvSpPr>
        <p:spPr>
          <a:xfrm>
            <a:off x="1153527" y="1565999"/>
            <a:ext cx="3375273"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63916835"/>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ockup-Folie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#3</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5" name="Fußzeilenplatzhalter 4">
            <a:extLst>
              <a:ext uri="{FF2B5EF4-FFF2-40B4-BE49-F238E27FC236}">
                <a16:creationId xmlns:a16="http://schemas.microsoft.com/office/drawing/2014/main" id="{6760F1AF-B16C-07AA-F1A8-B1DE2D33EA24}"/>
              </a:ext>
            </a:extLst>
          </p:cNvPr>
          <p:cNvSpPr>
            <a:spLocks noGrp="1"/>
          </p:cNvSpPr>
          <p:nvPr>
            <p:ph type="ftr" sz="quarter" idx="15"/>
          </p:nvPr>
        </p:nvSpPr>
        <p:spPr/>
        <p:txBody>
          <a:bodyPr/>
          <a:lstStyle/>
          <a:p>
            <a:r>
              <a:rPr lang="de-DE"/>
              <a:t>Titel der Präsentation | Name | Ort, Datum</a:t>
            </a:r>
            <a:endParaRPr lang="de-DE" dirty="0"/>
          </a:p>
        </p:txBody>
      </p:sp>
      <p:sp>
        <p:nvSpPr>
          <p:cNvPr id="7" name="Textplatzhalter 2">
            <a:extLst>
              <a:ext uri="{FF2B5EF4-FFF2-40B4-BE49-F238E27FC236}">
                <a16:creationId xmlns:a16="http://schemas.microsoft.com/office/drawing/2014/main" id="{DF28E3EA-AEF4-4B3B-7ADB-4C7816B9D18A}"/>
              </a:ext>
            </a:extLst>
          </p:cNvPr>
          <p:cNvSpPr>
            <a:spLocks noGrp="1"/>
          </p:cNvSpPr>
          <p:nvPr>
            <p:ph type="body" idx="17" hasCustomPrompt="1"/>
          </p:nvPr>
        </p:nvSpPr>
        <p:spPr>
          <a:xfrm>
            <a:off x="1152000" y="6181200"/>
            <a:ext cx="5256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Picture Placeholder 8">
            <a:extLst>
              <a:ext uri="{FF2B5EF4-FFF2-40B4-BE49-F238E27FC236}">
                <a16:creationId xmlns:a16="http://schemas.microsoft.com/office/drawing/2014/main" id="{ADF869EA-A822-2479-DCCB-749E96B2C36B}"/>
              </a:ext>
            </a:extLst>
          </p:cNvPr>
          <p:cNvSpPr>
            <a:spLocks noGrp="1"/>
          </p:cNvSpPr>
          <p:nvPr>
            <p:ph type="pic" sz="quarter" idx="10" hasCustomPrompt="1"/>
          </p:nvPr>
        </p:nvSpPr>
        <p:spPr>
          <a:xfrm>
            <a:off x="7459506" y="1768788"/>
            <a:ext cx="3292509" cy="4391689"/>
          </a:xfrm>
          <a:prstGeom prst="roundRect">
            <a:avLst>
              <a:gd name="adj" fmla="val 1668"/>
            </a:avLst>
          </a:prstGeom>
          <a:noFill/>
        </p:spPr>
        <p:txBody>
          <a:bodyPr wrap="square" lIns="36000" tIns="36000">
            <a:noAutofit/>
          </a:bodyPr>
          <a:lstStyle>
            <a:lvl1pPr marL="0" indent="0" algn="ctr">
              <a:lnSpc>
                <a:spcPct val="100000"/>
              </a:lnSpc>
              <a:spcBef>
                <a:spcPts val="0"/>
              </a:spcBef>
              <a:spcAft>
                <a:spcPts val="0"/>
              </a:spcAft>
              <a:buClr>
                <a:schemeClr val="tx2"/>
              </a:buClr>
              <a:buFont typeface="Arial" panose="020B0604020202020204" pitchFamily="34" charset="0"/>
              <a:buNone/>
              <a:defRPr sz="1000"/>
            </a:lvl1pPr>
          </a:lstStyle>
          <a:p>
            <a:r>
              <a:rPr lang="de-DE" noProof="0" dirty="0"/>
              <a:t>Bitte fügen Sie ein Bild über Klick </a:t>
            </a:r>
            <a:br>
              <a:rPr lang="de-DE" noProof="0" dirty="0"/>
            </a:br>
            <a:r>
              <a:rPr lang="de-DE" noProof="0" dirty="0"/>
              <a:t>auf das Symbol im Platzhalter ein. </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t>
            </a:r>
            <a:br>
              <a:rPr lang="de-DE" noProof="0" dirty="0"/>
            </a:br>
            <a:r>
              <a:rPr lang="de-DE" noProof="0" dirty="0"/>
              <a:t>angeklickten Platzhalter einfügen. </a:t>
            </a:r>
            <a:br>
              <a:rPr lang="de-DE" noProof="0" dirty="0"/>
            </a:br>
            <a:r>
              <a:rPr lang="de-DE" noProof="0" dirty="0"/>
              <a:t>Format 9,15 x 12,2 cm.</a:t>
            </a:r>
          </a:p>
        </p:txBody>
      </p:sp>
      <p:sp>
        <p:nvSpPr>
          <p:cNvPr id="3" name="Inhaltsplatzhalter 2">
            <a:extLst>
              <a:ext uri="{FF2B5EF4-FFF2-40B4-BE49-F238E27FC236}">
                <a16:creationId xmlns:a16="http://schemas.microsoft.com/office/drawing/2014/main" id="{F1C8DA12-C7BD-F01D-8103-0FFD27ECD76D}"/>
              </a:ext>
            </a:extLst>
          </p:cNvPr>
          <p:cNvSpPr>
            <a:spLocks noGrp="1"/>
          </p:cNvSpPr>
          <p:nvPr>
            <p:ph idx="18" hasCustomPrompt="1"/>
          </p:nvPr>
        </p:nvSpPr>
        <p:spPr>
          <a:xfrm>
            <a:off x="1153527" y="1565999"/>
            <a:ext cx="4917839"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3663819460"/>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ockup-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#4</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7" name="Textplatzhalter 2">
            <a:extLst>
              <a:ext uri="{FF2B5EF4-FFF2-40B4-BE49-F238E27FC236}">
                <a16:creationId xmlns:a16="http://schemas.microsoft.com/office/drawing/2014/main" id="{DF28E3EA-AEF4-4B3B-7ADB-4C7816B9D18A}"/>
              </a:ext>
            </a:extLst>
          </p:cNvPr>
          <p:cNvSpPr>
            <a:spLocks noGrp="1"/>
          </p:cNvSpPr>
          <p:nvPr>
            <p:ph type="body" idx="17" hasCustomPrompt="1"/>
          </p:nvPr>
        </p:nvSpPr>
        <p:spPr>
          <a:xfrm>
            <a:off x="1152000" y="6181200"/>
            <a:ext cx="5256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4" name="Bildplatzhalter 16">
            <a:extLst>
              <a:ext uri="{FF2B5EF4-FFF2-40B4-BE49-F238E27FC236}">
                <a16:creationId xmlns:a16="http://schemas.microsoft.com/office/drawing/2014/main" id="{07C9C1A3-C6AA-F496-78F1-60C54CD5C8F2}"/>
              </a:ext>
            </a:extLst>
          </p:cNvPr>
          <p:cNvSpPr>
            <a:spLocks noGrp="1"/>
          </p:cNvSpPr>
          <p:nvPr>
            <p:ph type="pic" sz="quarter" idx="10" hasCustomPrompt="1"/>
          </p:nvPr>
        </p:nvSpPr>
        <p:spPr>
          <a:xfrm>
            <a:off x="7776839" y="1373819"/>
            <a:ext cx="3351320" cy="4103703"/>
          </a:xfrm>
          <a:custGeom>
            <a:avLst/>
            <a:gdLst>
              <a:gd name="connsiteX0" fmla="*/ 749422 w 3351320"/>
              <a:gd name="connsiteY0" fmla="*/ 0 h 4103703"/>
              <a:gd name="connsiteX1" fmla="*/ 2601898 w 3351320"/>
              <a:gd name="connsiteY1" fmla="*/ 0 h 4103703"/>
              <a:gd name="connsiteX2" fmla="*/ 3351320 w 3351320"/>
              <a:gd name="connsiteY2" fmla="*/ 749422 h 4103703"/>
              <a:gd name="connsiteX3" fmla="*/ 3351320 w 3351320"/>
              <a:gd name="connsiteY3" fmla="*/ 3354281 h 4103703"/>
              <a:gd name="connsiteX4" fmla="*/ 2601898 w 3351320"/>
              <a:gd name="connsiteY4" fmla="*/ 4103703 h 4103703"/>
              <a:gd name="connsiteX5" fmla="*/ 749422 w 3351320"/>
              <a:gd name="connsiteY5" fmla="*/ 4103703 h 4103703"/>
              <a:gd name="connsiteX6" fmla="*/ 0 w 3351320"/>
              <a:gd name="connsiteY6" fmla="*/ 3354281 h 4103703"/>
              <a:gd name="connsiteX7" fmla="*/ 0 w 3351320"/>
              <a:gd name="connsiteY7" fmla="*/ 749422 h 4103703"/>
              <a:gd name="connsiteX8" fmla="*/ 749422 w 3351320"/>
              <a:gd name="connsiteY8" fmla="*/ 0 h 410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1320" h="4103703">
                <a:moveTo>
                  <a:pt x="749422" y="0"/>
                </a:moveTo>
                <a:lnTo>
                  <a:pt x="2601898" y="0"/>
                </a:lnTo>
                <a:cubicBezTo>
                  <a:pt x="3015792" y="0"/>
                  <a:pt x="3351320" y="335528"/>
                  <a:pt x="3351320" y="749422"/>
                </a:cubicBezTo>
                <a:lnTo>
                  <a:pt x="3351320" y="3354281"/>
                </a:lnTo>
                <a:cubicBezTo>
                  <a:pt x="3351320" y="3768175"/>
                  <a:pt x="3015792" y="4103703"/>
                  <a:pt x="2601898" y="4103703"/>
                </a:cubicBezTo>
                <a:lnTo>
                  <a:pt x="749422" y="4103703"/>
                </a:lnTo>
                <a:cubicBezTo>
                  <a:pt x="335528" y="4103703"/>
                  <a:pt x="0" y="3768175"/>
                  <a:pt x="0" y="3354281"/>
                </a:cubicBezTo>
                <a:lnTo>
                  <a:pt x="0" y="749422"/>
                </a:lnTo>
                <a:cubicBezTo>
                  <a:pt x="0" y="335528"/>
                  <a:pt x="335528" y="0"/>
                  <a:pt x="749422" y="0"/>
                </a:cubicBezTo>
                <a:close/>
              </a:path>
            </a:pathLst>
          </a:custGeom>
          <a:solidFill>
            <a:schemeClr val="bg1"/>
          </a:solidFill>
        </p:spPr>
        <p:txBody>
          <a:bodyPr wrap="square" lIns="36000" tIns="144000">
            <a:noAutofit/>
          </a:bodyPr>
          <a:lstStyle>
            <a:lvl1pPr marL="0" indent="0" algn="ctr">
              <a:lnSpc>
                <a:spcPct val="100000"/>
              </a:lnSpc>
              <a:spcBef>
                <a:spcPts val="0"/>
              </a:spcBef>
              <a:spcAft>
                <a:spcPts val="300"/>
              </a:spcAft>
              <a:buClr>
                <a:schemeClr val="tx2"/>
              </a:buClr>
              <a:buFont typeface="Arial" panose="020B0604020202020204" pitchFamily="34" charset="0"/>
              <a:buNone/>
              <a:defRPr sz="1000"/>
            </a:lvl1pPr>
          </a:lstStyle>
          <a:p>
            <a:r>
              <a:rPr lang="de-DE" noProof="0" dirty="0"/>
              <a:t>Bitte fügen Sie ein Bild über Klick </a:t>
            </a:r>
            <a:br>
              <a:rPr lang="de-DE" noProof="0" dirty="0"/>
            </a:br>
            <a:r>
              <a:rPr lang="de-DE" noProof="0" dirty="0"/>
              <a:t>auf das Symbol im Platzhalter ein.</a:t>
            </a:r>
            <a:br>
              <a:rPr lang="de-DE" noProof="0" dirty="0"/>
            </a:br>
            <a:r>
              <a:rPr lang="de-DE" noProof="0" dirty="0"/>
              <a:t>Oder mit Klick auf den Platzhalter und der </a:t>
            </a:r>
            <a:br>
              <a:rPr lang="de-DE" noProof="0" dirty="0"/>
            </a:br>
            <a:r>
              <a:rPr lang="de-DE" noProof="0" dirty="0"/>
              <a:t>rechten Maustaste den Befehl „Bild einfügen“ </a:t>
            </a:r>
            <a:br>
              <a:rPr lang="de-DE" noProof="0" dirty="0"/>
            </a:br>
            <a:r>
              <a:rPr lang="de-DE" noProof="0" dirty="0"/>
              <a:t>auswählen. Oder ein Bild aus der Zwischenablage </a:t>
            </a:r>
            <a:br>
              <a:rPr lang="de-DE" noProof="0" dirty="0"/>
            </a:br>
            <a:r>
              <a:rPr lang="de-DE" noProof="0" dirty="0"/>
              <a:t>in den angeklickten Platzhalter einfügen. </a:t>
            </a:r>
            <a:br>
              <a:rPr lang="de-DE" noProof="0" dirty="0"/>
            </a:br>
            <a:r>
              <a:rPr lang="de-DE" noProof="0" dirty="0"/>
              <a:t>Format 9,31 x 11,4 cm.</a:t>
            </a:r>
          </a:p>
        </p:txBody>
      </p:sp>
      <p:sp>
        <p:nvSpPr>
          <p:cNvPr id="5" name="Fußzeilenplatzhalter 4">
            <a:extLst>
              <a:ext uri="{FF2B5EF4-FFF2-40B4-BE49-F238E27FC236}">
                <a16:creationId xmlns:a16="http://schemas.microsoft.com/office/drawing/2014/main" id="{6760F1AF-B16C-07AA-F1A8-B1DE2D33EA24}"/>
              </a:ext>
            </a:extLst>
          </p:cNvPr>
          <p:cNvSpPr>
            <a:spLocks noGrp="1"/>
          </p:cNvSpPr>
          <p:nvPr>
            <p:ph type="ftr" sz="quarter" idx="15"/>
          </p:nvPr>
        </p:nvSpPr>
        <p:spPr/>
        <p:txBody>
          <a:bodyPr/>
          <a:lstStyle/>
          <a:p>
            <a:r>
              <a:rPr lang="de-DE"/>
              <a:t>Titel der Präsentation | Name | Ort, Datum</a:t>
            </a:r>
            <a:endParaRPr lang="de-DE" dirty="0"/>
          </a:p>
        </p:txBody>
      </p:sp>
      <p:sp>
        <p:nvSpPr>
          <p:cNvPr id="3" name="Inhaltsplatzhalter 2">
            <a:extLst>
              <a:ext uri="{FF2B5EF4-FFF2-40B4-BE49-F238E27FC236}">
                <a16:creationId xmlns:a16="http://schemas.microsoft.com/office/drawing/2014/main" id="{9049C178-C84C-C374-146D-9B5256D30C93}"/>
              </a:ext>
            </a:extLst>
          </p:cNvPr>
          <p:cNvSpPr>
            <a:spLocks noGrp="1"/>
          </p:cNvSpPr>
          <p:nvPr>
            <p:ph idx="18" hasCustomPrompt="1"/>
          </p:nvPr>
        </p:nvSpPr>
        <p:spPr>
          <a:xfrm>
            <a:off x="1153527" y="1565999"/>
            <a:ext cx="4917839" cy="4734000"/>
          </a:xfrm>
        </p:spPr>
        <p:txBody>
          <a:bodyPr/>
          <a:lstStyle>
            <a:lvl2pPr>
              <a:spcBef>
                <a:spcPts val="0"/>
              </a:spcBef>
              <a:defRPr/>
            </a:lvl2pPr>
            <a:lvl3pPr>
              <a:spcBef>
                <a:spcPts val="0"/>
              </a:spcBef>
              <a:defRPr/>
            </a:lvl3pPr>
            <a:lvl4pPr>
              <a:spcBef>
                <a:spcPts val="0"/>
              </a:spcBef>
              <a:defRPr/>
            </a:lvl4pPr>
            <a:lvl5pPr>
              <a:spcBef>
                <a:spcPts val="0"/>
              </a:spcBef>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128956683"/>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Grafik-Übersich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Tabelle #1</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260476"/>
            <a:ext cx="5163834" cy="5038724"/>
          </a:xfrm>
        </p:spPr>
        <p:txBody>
          <a:bodyPr/>
          <a:lstStyle>
            <a:lvl1pPr>
              <a:defRPr/>
            </a:lvl1pPr>
          </a:lstStyle>
          <a:p>
            <a:pPr lvl="0"/>
            <a:r>
              <a:rPr lang="de-DE" dirty="0"/>
              <a:t>Tabelle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317"/>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4" name="Inhaltsplatzhalter 2">
            <a:extLst>
              <a:ext uri="{FF2B5EF4-FFF2-40B4-BE49-F238E27FC236}">
                <a16:creationId xmlns:a16="http://schemas.microsoft.com/office/drawing/2014/main" id="{2E21D476-910E-E0E4-0A8E-500FFE2ACB5B}"/>
              </a:ext>
            </a:extLst>
          </p:cNvPr>
          <p:cNvSpPr>
            <a:spLocks noGrp="1"/>
          </p:cNvSpPr>
          <p:nvPr>
            <p:ph idx="14" hasCustomPrompt="1"/>
          </p:nvPr>
        </p:nvSpPr>
        <p:spPr>
          <a:xfrm>
            <a:off x="6477304" y="1260475"/>
            <a:ext cx="5163834" cy="5038724"/>
          </a:xfrm>
        </p:spPr>
        <p:txBody>
          <a:bodyPr/>
          <a:lstStyle>
            <a:lvl1pPr>
              <a:defRPr/>
            </a:lvl1pPr>
          </a:lstStyle>
          <a:p>
            <a:pPr lvl="0"/>
            <a:r>
              <a:rPr lang="de-DE" dirty="0"/>
              <a:t>Tabelle</a:t>
            </a:r>
          </a:p>
        </p:txBody>
      </p:sp>
      <p:sp>
        <p:nvSpPr>
          <p:cNvPr id="5" name="Fußzeilenplatzhalter 4">
            <a:extLst>
              <a:ext uri="{FF2B5EF4-FFF2-40B4-BE49-F238E27FC236}">
                <a16:creationId xmlns:a16="http://schemas.microsoft.com/office/drawing/2014/main" id="{E01DBE8A-70F2-A5AB-ED97-F5564D9962F7}"/>
              </a:ext>
            </a:extLst>
          </p:cNvPr>
          <p:cNvSpPr>
            <a:spLocks noGrp="1"/>
          </p:cNvSpPr>
          <p:nvPr>
            <p:ph type="ftr" sz="quarter" idx="15"/>
          </p:nvPr>
        </p:nvSpPr>
        <p:spPr/>
        <p:txBody>
          <a:bodyPr/>
          <a:lstStyle/>
          <a:p>
            <a:r>
              <a:rPr lang="de-DE"/>
              <a:t>Titel der Präsentation | Name | Ort, Datum</a:t>
            </a:r>
            <a:endParaRPr lang="de-DE" dirty="0"/>
          </a:p>
        </p:txBody>
      </p:sp>
    </p:spTree>
    <p:extLst>
      <p:ext uri="{BB962C8B-B14F-4D97-AF65-F5344CB8AC3E}">
        <p14:creationId xmlns:p14="http://schemas.microsoft.com/office/powerpoint/2010/main" val="36007058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rafik-Übersicht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Tabelle #2</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0" y="1260475"/>
            <a:ext cx="10490399" cy="5038725"/>
          </a:xfrm>
        </p:spPr>
        <p:txBody>
          <a:bodyPr/>
          <a:lstStyle>
            <a:lvl1pPr>
              <a:defRPr/>
            </a:lvl1pPr>
          </a:lstStyle>
          <a:p>
            <a:pPr lvl="0"/>
            <a:r>
              <a:rPr lang="de-DE" dirty="0"/>
              <a:t>Tabelle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317"/>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4" name="Fußzeilenplatzhalter 3">
            <a:extLst>
              <a:ext uri="{FF2B5EF4-FFF2-40B4-BE49-F238E27FC236}">
                <a16:creationId xmlns:a16="http://schemas.microsoft.com/office/drawing/2014/main" id="{03D12EE8-0443-68C3-2AD9-3FD7DB97AE22}"/>
              </a:ext>
            </a:extLst>
          </p:cNvPr>
          <p:cNvSpPr>
            <a:spLocks noGrp="1"/>
          </p:cNvSpPr>
          <p:nvPr>
            <p:ph type="ftr" sz="quarter" idx="14"/>
          </p:nvPr>
        </p:nvSpPr>
        <p:spPr/>
        <p:txBody>
          <a:bodyPr/>
          <a:lstStyle/>
          <a:p>
            <a:r>
              <a:rPr lang="de-DE"/>
              <a:t>Titel der Präsentation | Name | Ort, Datum</a:t>
            </a:r>
            <a:endParaRPr lang="de-DE" dirty="0"/>
          </a:p>
        </p:txBody>
      </p:sp>
    </p:spTree>
    <p:extLst>
      <p:ext uri="{BB962C8B-B14F-4D97-AF65-F5344CB8AC3E}">
        <p14:creationId xmlns:p14="http://schemas.microsoft.com/office/powerpoint/2010/main" val="40528280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chlussfolie #1">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6" name="Bildplatzhalter 35">
            <a:extLst>
              <a:ext uri="{FF2B5EF4-FFF2-40B4-BE49-F238E27FC236}">
                <a16:creationId xmlns:a16="http://schemas.microsoft.com/office/drawing/2014/main" id="{817E9866-9929-F640-5DA4-DD8B3CF14969}"/>
              </a:ext>
            </a:extLst>
          </p:cNvPr>
          <p:cNvSpPr>
            <a:spLocks noGrp="1"/>
          </p:cNvSpPr>
          <p:nvPr>
            <p:ph type="pic" sz="quarter" idx="18" hasCustomPrompt="1"/>
          </p:nvPr>
        </p:nvSpPr>
        <p:spPr>
          <a:xfrm>
            <a:off x="1151999" y="1621464"/>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2525" y="3801521"/>
            <a:ext cx="3378980" cy="2497679"/>
          </a:xfrm>
        </p:spPr>
        <p:txBody>
          <a:bodyPr/>
          <a:lstStyle>
            <a:lvl1pPr>
              <a:spcBef>
                <a:spcPts val="600"/>
              </a:spcBef>
              <a:defRPr sz="1400">
                <a:latin typeface="Sparkasse Medium" panose="020B0603080202020204" pitchFamily="34" charset="0"/>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39" name="Bildplatzhalter 35">
            <a:extLst>
              <a:ext uri="{FF2B5EF4-FFF2-40B4-BE49-F238E27FC236}">
                <a16:creationId xmlns:a16="http://schemas.microsoft.com/office/drawing/2014/main" id="{461B2A19-7C73-1B14-5D3D-5CCEFBDED6AF}"/>
              </a:ext>
            </a:extLst>
          </p:cNvPr>
          <p:cNvSpPr>
            <a:spLocks noGrp="1"/>
          </p:cNvSpPr>
          <p:nvPr>
            <p:ph type="pic" sz="quarter" idx="20" hasCustomPrompt="1"/>
          </p:nvPr>
        </p:nvSpPr>
        <p:spPr>
          <a:xfrm>
            <a:off x="4709883" y="1621564"/>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40" name="Bildplatzhalter 35">
            <a:extLst>
              <a:ext uri="{FF2B5EF4-FFF2-40B4-BE49-F238E27FC236}">
                <a16:creationId xmlns:a16="http://schemas.microsoft.com/office/drawing/2014/main" id="{1ABDF9DA-B5FA-DCA6-F1AC-B7D65D221A02}"/>
              </a:ext>
            </a:extLst>
          </p:cNvPr>
          <p:cNvSpPr>
            <a:spLocks noGrp="1"/>
          </p:cNvSpPr>
          <p:nvPr>
            <p:ph type="pic" sz="quarter" idx="21" hasCustomPrompt="1"/>
          </p:nvPr>
        </p:nvSpPr>
        <p:spPr>
          <a:xfrm>
            <a:off x="8266449" y="1620838"/>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41" name="Inhaltsplatzhalter 2">
            <a:extLst>
              <a:ext uri="{FF2B5EF4-FFF2-40B4-BE49-F238E27FC236}">
                <a16:creationId xmlns:a16="http://schemas.microsoft.com/office/drawing/2014/main" id="{AB46D1AB-DF6C-B897-6366-43830399C4D3}"/>
              </a:ext>
            </a:extLst>
          </p:cNvPr>
          <p:cNvSpPr>
            <a:spLocks noGrp="1"/>
          </p:cNvSpPr>
          <p:nvPr>
            <p:ph idx="22" hasCustomPrompt="1"/>
          </p:nvPr>
        </p:nvSpPr>
        <p:spPr>
          <a:xfrm>
            <a:off x="4710642" y="3801521"/>
            <a:ext cx="3378980" cy="2497679"/>
          </a:xfrm>
        </p:spPr>
        <p:txBody>
          <a:bodyPr/>
          <a:lstStyle>
            <a:lvl1pPr>
              <a:defRPr lang="de-DE" sz="1400" kern="1200" dirty="0">
                <a:solidFill>
                  <a:schemeClr val="tx1"/>
                </a:solidFill>
                <a:latin typeface="Sparkasse Medium" panose="020B0603080202020204" pitchFamily="34" charset="0"/>
                <a:ea typeface="+mn-ea"/>
                <a:cs typeface="+mn-cs"/>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marL="0" lvl="0" indent="0" algn="l" defTabSz="914400" rtl="0" eaLnBrk="1" latinLnBrk="0" hangingPunct="1">
              <a:lnSpc>
                <a:spcPct val="114000"/>
              </a:lnSpc>
              <a:spcBef>
                <a:spcPts val="600"/>
              </a:spcBef>
              <a:spcAft>
                <a:spcPts val="0"/>
              </a:spcAft>
              <a:buFontTx/>
              <a:buNone/>
            </a:pPr>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42" name="Inhaltsplatzhalter 2">
            <a:extLst>
              <a:ext uri="{FF2B5EF4-FFF2-40B4-BE49-F238E27FC236}">
                <a16:creationId xmlns:a16="http://schemas.microsoft.com/office/drawing/2014/main" id="{475514C4-6B3D-92E1-DB05-EABB01543415}"/>
              </a:ext>
            </a:extLst>
          </p:cNvPr>
          <p:cNvSpPr>
            <a:spLocks noGrp="1"/>
          </p:cNvSpPr>
          <p:nvPr>
            <p:ph idx="23" hasCustomPrompt="1"/>
          </p:nvPr>
        </p:nvSpPr>
        <p:spPr>
          <a:xfrm>
            <a:off x="8264738" y="3801521"/>
            <a:ext cx="3378980" cy="2497679"/>
          </a:xfrm>
        </p:spPr>
        <p:txBody>
          <a:bodyPr/>
          <a:lstStyle>
            <a:lvl1pPr>
              <a:defRPr lang="de-DE" sz="1400" kern="1200" dirty="0">
                <a:solidFill>
                  <a:schemeClr val="tx1"/>
                </a:solidFill>
                <a:latin typeface="Sparkasse Medium" panose="020B0603080202020204" pitchFamily="34" charset="0"/>
                <a:ea typeface="+mn-ea"/>
                <a:cs typeface="+mn-cs"/>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marL="0" lvl="0" indent="0" algn="l" defTabSz="914400" rtl="0" eaLnBrk="1" latinLnBrk="0" hangingPunct="1">
              <a:lnSpc>
                <a:spcPct val="114000"/>
              </a:lnSpc>
              <a:spcBef>
                <a:spcPts val="600"/>
              </a:spcBef>
              <a:spcAft>
                <a:spcPts val="0"/>
              </a:spcAft>
              <a:buFontTx/>
              <a:buNone/>
            </a:pPr>
            <a:r>
              <a:rPr lang="de-DE" dirty="0"/>
              <a:t>Vorname Nachname Md 14pt</a:t>
            </a:r>
          </a:p>
          <a:p>
            <a:pPr lvl="1"/>
            <a:r>
              <a:rPr lang="de-DE" dirty="0"/>
              <a:t>Zweite Ebene Position </a:t>
            </a:r>
            <a:r>
              <a:rPr lang="de-DE" dirty="0" err="1"/>
              <a:t>Lt</a:t>
            </a:r>
            <a:r>
              <a:rPr lang="de-DE" dirty="0"/>
              <a:t> 13pt</a:t>
            </a:r>
          </a:p>
          <a:p>
            <a:pPr lvl="2"/>
            <a:r>
              <a:rPr lang="de-DE" dirty="0"/>
              <a:t>Dritte Ebene</a:t>
            </a:r>
          </a:p>
          <a:p>
            <a:pPr lvl="3"/>
            <a:r>
              <a:rPr lang="de-DE" dirty="0"/>
              <a:t>Vierte Ebene</a:t>
            </a:r>
          </a:p>
          <a:p>
            <a:pPr lvl="4"/>
            <a:r>
              <a:rPr lang="de-DE" dirty="0"/>
              <a:t>Fünfte Ebene</a:t>
            </a:r>
          </a:p>
        </p:txBody>
      </p:sp>
      <p:sp>
        <p:nvSpPr>
          <p:cNvPr id="6" name="Fußzeilenplatzhalter 5">
            <a:extLst>
              <a:ext uri="{FF2B5EF4-FFF2-40B4-BE49-F238E27FC236}">
                <a16:creationId xmlns:a16="http://schemas.microsoft.com/office/drawing/2014/main" id="{D0F3D02F-453D-F41E-DA8B-8D4C83FD1AD3}"/>
              </a:ext>
            </a:extLst>
          </p:cNvPr>
          <p:cNvSpPr>
            <a:spLocks noGrp="1"/>
          </p:cNvSpPr>
          <p:nvPr>
            <p:ph type="ftr" sz="quarter" idx="24"/>
          </p:nvPr>
        </p:nvSpPr>
        <p:spPr/>
        <p:txBody>
          <a:bodyPr/>
          <a:lstStyle/>
          <a:p>
            <a:r>
              <a:rPr lang="de-DE"/>
              <a:t>Titel der Präsentation | Name | Ort, Datum</a:t>
            </a:r>
          </a:p>
        </p:txBody>
      </p:sp>
    </p:spTree>
    <p:extLst>
      <p:ext uri="{BB962C8B-B14F-4D97-AF65-F5344CB8AC3E}">
        <p14:creationId xmlns:p14="http://schemas.microsoft.com/office/powerpoint/2010/main" val="10054336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chlussfolie #2">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2525" y="1944439"/>
            <a:ext cx="3376800" cy="4354761"/>
          </a:xfrm>
          <a:noFill/>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2" name="Inhaltsplatzhalter 2">
            <a:extLst>
              <a:ext uri="{FF2B5EF4-FFF2-40B4-BE49-F238E27FC236}">
                <a16:creationId xmlns:a16="http://schemas.microsoft.com/office/drawing/2014/main" id="{E198FAAA-BA71-2089-2DE6-74F55CA522EA}"/>
              </a:ext>
            </a:extLst>
          </p:cNvPr>
          <p:cNvSpPr>
            <a:spLocks noGrp="1"/>
          </p:cNvSpPr>
          <p:nvPr>
            <p:ph idx="20" hasCustomPrompt="1"/>
          </p:nvPr>
        </p:nvSpPr>
        <p:spPr>
          <a:xfrm>
            <a:off x="4709750" y="1944440"/>
            <a:ext cx="3376800" cy="4354453"/>
          </a:xfrm>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4" name="Inhaltsplatzhalter 2">
            <a:extLst>
              <a:ext uri="{FF2B5EF4-FFF2-40B4-BE49-F238E27FC236}">
                <a16:creationId xmlns:a16="http://schemas.microsoft.com/office/drawing/2014/main" id="{F3CB4BEB-5EBA-1A1C-1847-9AE4D08DD3FC}"/>
              </a:ext>
            </a:extLst>
          </p:cNvPr>
          <p:cNvSpPr>
            <a:spLocks noGrp="1"/>
          </p:cNvSpPr>
          <p:nvPr>
            <p:ph idx="21" hasCustomPrompt="1"/>
          </p:nvPr>
        </p:nvSpPr>
        <p:spPr>
          <a:xfrm>
            <a:off x="8265132" y="1944440"/>
            <a:ext cx="3376800" cy="4354453"/>
          </a:xfrm>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9" name="Textplatzhalter 2">
            <a:extLst>
              <a:ext uri="{FF2B5EF4-FFF2-40B4-BE49-F238E27FC236}">
                <a16:creationId xmlns:a16="http://schemas.microsoft.com/office/drawing/2014/main" id="{7526A466-E56F-46AC-EE5A-DB7460E4DAA3}"/>
              </a:ext>
            </a:extLst>
          </p:cNvPr>
          <p:cNvSpPr>
            <a:spLocks noGrp="1"/>
          </p:cNvSpPr>
          <p:nvPr>
            <p:ph type="body" idx="22" hasCustomPrompt="1"/>
          </p:nvPr>
        </p:nvSpPr>
        <p:spPr>
          <a:xfrm>
            <a:off x="1151662" y="1545456"/>
            <a:ext cx="3376800" cy="154739"/>
          </a:xfrm>
          <a:blipFill>
            <a:blip>
              <a:extLst>
                <a:ext uri="{96DAC541-7B7A-43D3-8B79-37D633B846F1}">
                  <asvg:svgBlip xmlns:asvg="http://schemas.microsoft.com/office/drawing/2016/SVG/main" r:embed="rId2"/>
                </a:ext>
              </a:extLst>
            </a:blip>
            <a:stretch>
              <a:fillRect t="46781" b="46784"/>
            </a:stretch>
          </a:blipFill>
        </p:spPr>
        <p:txBody>
          <a:bodyPr anchor="t" anchorCtr="0"/>
          <a:lstStyle>
            <a:lvl1pPr marL="0" indent="0" algn="l">
              <a:lnSpc>
                <a:spcPct val="100000"/>
              </a:lnSpc>
              <a:spcBef>
                <a:spcPts val="0"/>
              </a:spcBef>
              <a:buNone/>
              <a:defRPr sz="100">
                <a:blipFill>
                  <a:blip>
                    <a:extLst>
                      <a:ext uri="{96DAC541-7B7A-43D3-8B79-37D633B846F1}">
                        <asvg:svgBlip xmlns:asvg="http://schemas.microsoft.com/office/drawing/2016/SVG/main" r:embed="rId3"/>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20" name="Textplatzhalter 2">
            <a:extLst>
              <a:ext uri="{FF2B5EF4-FFF2-40B4-BE49-F238E27FC236}">
                <a16:creationId xmlns:a16="http://schemas.microsoft.com/office/drawing/2014/main" id="{7BC5A927-461E-1834-790A-050EA1E4B82A}"/>
              </a:ext>
            </a:extLst>
          </p:cNvPr>
          <p:cNvSpPr>
            <a:spLocks noGrp="1"/>
          </p:cNvSpPr>
          <p:nvPr>
            <p:ph type="body" idx="23" hasCustomPrompt="1"/>
          </p:nvPr>
        </p:nvSpPr>
        <p:spPr>
          <a:xfrm>
            <a:off x="4709750" y="1545456"/>
            <a:ext cx="3376800" cy="154739"/>
          </a:xfrm>
          <a:blipFill>
            <a:blip>
              <a:extLst>
                <a:ext uri="{96DAC541-7B7A-43D3-8B79-37D633B846F1}">
                  <asvg:svgBlip xmlns:asvg="http://schemas.microsoft.com/office/drawing/2016/SVG/main" r:embed="rId2"/>
                </a:ext>
              </a:extLst>
            </a:blip>
            <a:stretch>
              <a:fillRect t="46781" b="46784"/>
            </a:stretch>
          </a:blipFill>
        </p:spPr>
        <p:txBody>
          <a:bodyPr anchor="t" anchorCtr="0"/>
          <a:lstStyle>
            <a:lvl1pPr marL="0" indent="0" algn="l">
              <a:lnSpc>
                <a:spcPct val="100000"/>
              </a:lnSpc>
              <a:spcBef>
                <a:spcPts val="0"/>
              </a:spcBef>
              <a:buNone/>
              <a:defRPr sz="100">
                <a:blipFill>
                  <a:blip>
                    <a:extLst>
                      <a:ext uri="{96DAC541-7B7A-43D3-8B79-37D633B846F1}">
                        <asvg:svgBlip xmlns:asvg="http://schemas.microsoft.com/office/drawing/2016/SVG/main" r:embed="rId3"/>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21" name="Textplatzhalter 2">
            <a:extLst>
              <a:ext uri="{FF2B5EF4-FFF2-40B4-BE49-F238E27FC236}">
                <a16:creationId xmlns:a16="http://schemas.microsoft.com/office/drawing/2014/main" id="{BE5AE043-F4BB-BC6A-A6DA-F808F49A00DA}"/>
              </a:ext>
            </a:extLst>
          </p:cNvPr>
          <p:cNvSpPr>
            <a:spLocks noGrp="1"/>
          </p:cNvSpPr>
          <p:nvPr>
            <p:ph type="body" idx="24" hasCustomPrompt="1"/>
          </p:nvPr>
        </p:nvSpPr>
        <p:spPr>
          <a:xfrm>
            <a:off x="8265132" y="1545456"/>
            <a:ext cx="3376800" cy="154739"/>
          </a:xfrm>
          <a:blipFill>
            <a:blip>
              <a:extLst>
                <a:ext uri="{96DAC541-7B7A-43D3-8B79-37D633B846F1}">
                  <asvg:svgBlip xmlns:asvg="http://schemas.microsoft.com/office/drawing/2016/SVG/main" r:embed="rId2"/>
                </a:ext>
              </a:extLst>
            </a:blip>
            <a:stretch>
              <a:fillRect t="46781" b="46784"/>
            </a:stretch>
          </a:blipFill>
        </p:spPr>
        <p:txBody>
          <a:bodyPr anchor="t" anchorCtr="0"/>
          <a:lstStyle>
            <a:lvl1pPr marL="0" indent="0" algn="l">
              <a:lnSpc>
                <a:spcPct val="100000"/>
              </a:lnSpc>
              <a:spcBef>
                <a:spcPts val="0"/>
              </a:spcBef>
              <a:buNone/>
              <a:defRPr sz="100">
                <a:blipFill>
                  <a:blip>
                    <a:extLst>
                      <a:ext uri="{96DAC541-7B7A-43D3-8B79-37D633B846F1}">
                        <asvg:svgBlip xmlns:asvg="http://schemas.microsoft.com/office/drawing/2016/SVG/main" r:embed="rId3"/>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4" name="Fußzeilenplatzhalter 3">
            <a:extLst>
              <a:ext uri="{FF2B5EF4-FFF2-40B4-BE49-F238E27FC236}">
                <a16:creationId xmlns:a16="http://schemas.microsoft.com/office/drawing/2014/main" id="{DEBB5C08-E9AF-4222-A6A7-C039C143FEA0}"/>
              </a:ext>
            </a:extLst>
          </p:cNvPr>
          <p:cNvSpPr>
            <a:spLocks noGrp="1"/>
          </p:cNvSpPr>
          <p:nvPr>
            <p:ph type="ftr" sz="quarter" idx="25"/>
          </p:nvPr>
        </p:nvSpPr>
        <p:spPr/>
        <p:txBody>
          <a:bodyPr/>
          <a:lstStyle/>
          <a:p>
            <a:r>
              <a:rPr lang="de-DE"/>
              <a:t>Titel der Präsentation | Name | Ort, Datum</a:t>
            </a:r>
          </a:p>
        </p:txBody>
      </p:sp>
    </p:spTree>
    <p:extLst>
      <p:ext uri="{BB962C8B-B14F-4D97-AF65-F5344CB8AC3E}">
        <p14:creationId xmlns:p14="http://schemas.microsoft.com/office/powerpoint/2010/main" val="38911630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chlussfolie #3">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6" name="Bildplatzhalter 35">
            <a:extLst>
              <a:ext uri="{FF2B5EF4-FFF2-40B4-BE49-F238E27FC236}">
                <a16:creationId xmlns:a16="http://schemas.microsoft.com/office/drawing/2014/main" id="{817E9866-9929-F640-5DA4-DD8B3CF14969}"/>
              </a:ext>
            </a:extLst>
          </p:cNvPr>
          <p:cNvSpPr>
            <a:spLocks noGrp="1"/>
          </p:cNvSpPr>
          <p:nvPr>
            <p:ph type="pic" sz="quarter" idx="18" hasCustomPrompt="1"/>
          </p:nvPr>
        </p:nvSpPr>
        <p:spPr>
          <a:xfrm>
            <a:off x="1149508"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5290"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2" name="Bildplatzhalter 35">
            <a:extLst>
              <a:ext uri="{FF2B5EF4-FFF2-40B4-BE49-F238E27FC236}">
                <a16:creationId xmlns:a16="http://schemas.microsoft.com/office/drawing/2014/main" id="{45811CDE-E580-15BD-0797-02ADC0B15142}"/>
              </a:ext>
            </a:extLst>
          </p:cNvPr>
          <p:cNvSpPr>
            <a:spLocks noGrp="1"/>
          </p:cNvSpPr>
          <p:nvPr>
            <p:ph type="pic" sz="quarter" idx="20" hasCustomPrompt="1"/>
          </p:nvPr>
        </p:nvSpPr>
        <p:spPr>
          <a:xfrm>
            <a:off x="2928406"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3" name="Inhaltsplatzhalter 2">
            <a:extLst>
              <a:ext uri="{FF2B5EF4-FFF2-40B4-BE49-F238E27FC236}">
                <a16:creationId xmlns:a16="http://schemas.microsoft.com/office/drawing/2014/main" id="{5DB9AD0E-77D5-46BA-FA71-F13FE65A83E0}"/>
              </a:ext>
            </a:extLst>
          </p:cNvPr>
          <p:cNvSpPr>
            <a:spLocks noGrp="1"/>
          </p:cNvSpPr>
          <p:nvPr>
            <p:ph idx="21" hasCustomPrompt="1"/>
          </p:nvPr>
        </p:nvSpPr>
        <p:spPr>
          <a:xfrm>
            <a:off x="2933688"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4" name="Bildplatzhalter 35">
            <a:extLst>
              <a:ext uri="{FF2B5EF4-FFF2-40B4-BE49-F238E27FC236}">
                <a16:creationId xmlns:a16="http://schemas.microsoft.com/office/drawing/2014/main" id="{8908C699-57C4-8333-01F9-CE9CBBD6C7F7}"/>
              </a:ext>
            </a:extLst>
          </p:cNvPr>
          <p:cNvSpPr>
            <a:spLocks noGrp="1"/>
          </p:cNvSpPr>
          <p:nvPr>
            <p:ph type="pic" sz="quarter" idx="22" hasCustomPrompt="1"/>
          </p:nvPr>
        </p:nvSpPr>
        <p:spPr>
          <a:xfrm>
            <a:off x="4707304"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5" name="Inhaltsplatzhalter 2">
            <a:extLst>
              <a:ext uri="{FF2B5EF4-FFF2-40B4-BE49-F238E27FC236}">
                <a16:creationId xmlns:a16="http://schemas.microsoft.com/office/drawing/2014/main" id="{AC928720-2BDA-79F4-DE73-37CC9FFEF73D}"/>
              </a:ext>
            </a:extLst>
          </p:cNvPr>
          <p:cNvSpPr>
            <a:spLocks noGrp="1"/>
          </p:cNvSpPr>
          <p:nvPr>
            <p:ph idx="23" hasCustomPrompt="1"/>
          </p:nvPr>
        </p:nvSpPr>
        <p:spPr>
          <a:xfrm>
            <a:off x="4709323"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7" name="Bildplatzhalter 35">
            <a:extLst>
              <a:ext uri="{FF2B5EF4-FFF2-40B4-BE49-F238E27FC236}">
                <a16:creationId xmlns:a16="http://schemas.microsoft.com/office/drawing/2014/main" id="{147CE74B-258E-80F9-DCF0-F8754A3F79ED}"/>
              </a:ext>
            </a:extLst>
          </p:cNvPr>
          <p:cNvSpPr>
            <a:spLocks noGrp="1"/>
          </p:cNvSpPr>
          <p:nvPr>
            <p:ph type="pic" sz="quarter" idx="24" hasCustomPrompt="1"/>
          </p:nvPr>
        </p:nvSpPr>
        <p:spPr>
          <a:xfrm>
            <a:off x="6486202"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3" name="Inhaltsplatzhalter 2">
            <a:extLst>
              <a:ext uri="{FF2B5EF4-FFF2-40B4-BE49-F238E27FC236}">
                <a16:creationId xmlns:a16="http://schemas.microsoft.com/office/drawing/2014/main" id="{87CA2289-6E12-F79A-551E-BCD26657C34F}"/>
              </a:ext>
            </a:extLst>
          </p:cNvPr>
          <p:cNvSpPr>
            <a:spLocks noGrp="1"/>
          </p:cNvSpPr>
          <p:nvPr>
            <p:ph idx="25" hasCustomPrompt="1"/>
          </p:nvPr>
        </p:nvSpPr>
        <p:spPr>
          <a:xfrm>
            <a:off x="6487723"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44" name="Bildplatzhalter 35">
            <a:extLst>
              <a:ext uri="{FF2B5EF4-FFF2-40B4-BE49-F238E27FC236}">
                <a16:creationId xmlns:a16="http://schemas.microsoft.com/office/drawing/2014/main" id="{2B7C61FC-550C-AC67-8050-5B79719C0EB3}"/>
              </a:ext>
            </a:extLst>
          </p:cNvPr>
          <p:cNvSpPr>
            <a:spLocks noGrp="1"/>
          </p:cNvSpPr>
          <p:nvPr>
            <p:ph type="pic" sz="quarter" idx="26" hasCustomPrompt="1"/>
          </p:nvPr>
        </p:nvSpPr>
        <p:spPr>
          <a:xfrm>
            <a:off x="8265100"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5" name="Inhaltsplatzhalter 2">
            <a:extLst>
              <a:ext uri="{FF2B5EF4-FFF2-40B4-BE49-F238E27FC236}">
                <a16:creationId xmlns:a16="http://schemas.microsoft.com/office/drawing/2014/main" id="{F07555BD-892C-D8E1-AC9E-D7CC557EAD4D}"/>
              </a:ext>
            </a:extLst>
          </p:cNvPr>
          <p:cNvSpPr>
            <a:spLocks noGrp="1"/>
          </p:cNvSpPr>
          <p:nvPr>
            <p:ph idx="27" hasCustomPrompt="1"/>
          </p:nvPr>
        </p:nvSpPr>
        <p:spPr>
          <a:xfrm>
            <a:off x="8266125"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46" name="Bildplatzhalter 35">
            <a:extLst>
              <a:ext uri="{FF2B5EF4-FFF2-40B4-BE49-F238E27FC236}">
                <a16:creationId xmlns:a16="http://schemas.microsoft.com/office/drawing/2014/main" id="{1F511D09-5F69-B424-F989-3C131D3FB86C}"/>
              </a:ext>
            </a:extLst>
          </p:cNvPr>
          <p:cNvSpPr>
            <a:spLocks noGrp="1"/>
          </p:cNvSpPr>
          <p:nvPr>
            <p:ph type="pic" sz="quarter" idx="28" hasCustomPrompt="1"/>
          </p:nvPr>
        </p:nvSpPr>
        <p:spPr>
          <a:xfrm>
            <a:off x="10044000"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7" name="Inhaltsplatzhalter 2">
            <a:extLst>
              <a:ext uri="{FF2B5EF4-FFF2-40B4-BE49-F238E27FC236}">
                <a16:creationId xmlns:a16="http://schemas.microsoft.com/office/drawing/2014/main" id="{A6FA8EDB-3F20-68C3-3300-301AEEAB2381}"/>
              </a:ext>
            </a:extLst>
          </p:cNvPr>
          <p:cNvSpPr>
            <a:spLocks noGrp="1"/>
          </p:cNvSpPr>
          <p:nvPr>
            <p:ph idx="29" hasCustomPrompt="1"/>
          </p:nvPr>
        </p:nvSpPr>
        <p:spPr>
          <a:xfrm>
            <a:off x="10044527"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6" name="Fußzeilenplatzhalter 5">
            <a:extLst>
              <a:ext uri="{FF2B5EF4-FFF2-40B4-BE49-F238E27FC236}">
                <a16:creationId xmlns:a16="http://schemas.microsoft.com/office/drawing/2014/main" id="{3060E986-E833-C99B-BE20-29EB356C3277}"/>
              </a:ext>
            </a:extLst>
          </p:cNvPr>
          <p:cNvSpPr>
            <a:spLocks noGrp="1"/>
          </p:cNvSpPr>
          <p:nvPr>
            <p:ph type="ftr" sz="quarter" idx="30"/>
          </p:nvPr>
        </p:nvSpPr>
        <p:spPr/>
        <p:txBody>
          <a:bodyPr/>
          <a:lstStyle/>
          <a:p>
            <a:r>
              <a:rPr lang="de-DE"/>
              <a:t>Titel der Präsentation | Name | Ort, Datum</a:t>
            </a:r>
          </a:p>
        </p:txBody>
      </p:sp>
      <p:sp>
        <p:nvSpPr>
          <p:cNvPr id="2" name="Textfeld 1">
            <a:extLst>
              <a:ext uri="{FF2B5EF4-FFF2-40B4-BE49-F238E27FC236}">
                <a16:creationId xmlns:a16="http://schemas.microsoft.com/office/drawing/2014/main" id="{2D188BE3-6E0E-7564-FF25-DD0AEE2B8FAF}"/>
              </a:ext>
            </a:extLst>
          </p:cNvPr>
          <p:cNvSpPr txBox="1"/>
          <p:nvPr userDrawn="1"/>
        </p:nvSpPr>
        <p:spPr>
          <a:xfrm>
            <a:off x="9641541" y="705971"/>
            <a:ext cx="0"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16819879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chlussfolie #4">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1260475"/>
            <a:ext cx="6217171" cy="2345170"/>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Name</a:t>
            </a:r>
          </a:p>
          <a:p>
            <a:pPr lvl="1"/>
            <a:r>
              <a:rPr lang="de-DE" dirty="0"/>
              <a:t>Funktion</a:t>
            </a:r>
            <a:br>
              <a:rPr lang="de-DE" dirty="0"/>
            </a:br>
            <a:r>
              <a:rPr lang="de-DE" dirty="0"/>
              <a:t>SV </a:t>
            </a:r>
            <a:r>
              <a:rPr lang="de-DE" dirty="0" err="1"/>
              <a:t>SparkassenVersicherung</a:t>
            </a:r>
            <a:endParaRPr lang="de-DE" dirty="0"/>
          </a:p>
          <a:p>
            <a:pPr lvl="1"/>
            <a:br>
              <a:rPr lang="de-DE" dirty="0"/>
            </a:br>
            <a:r>
              <a:rPr lang="de-DE" dirty="0"/>
              <a:t>+49 12 34567-890</a:t>
            </a:r>
            <a:br>
              <a:rPr lang="de-DE" dirty="0"/>
            </a:br>
            <a:r>
              <a:rPr lang="de-DE" dirty="0"/>
              <a:t>muster@sparkassenversicherung.de</a:t>
            </a:r>
          </a:p>
        </p:txBody>
      </p:sp>
      <p:sp>
        <p:nvSpPr>
          <p:cNvPr id="11" name="Inhaltsplatzhalter 2">
            <a:extLst>
              <a:ext uri="{FF2B5EF4-FFF2-40B4-BE49-F238E27FC236}">
                <a16:creationId xmlns:a16="http://schemas.microsoft.com/office/drawing/2014/main" id="{6A714E9A-1478-7F26-4307-08020303560D}"/>
              </a:ext>
            </a:extLst>
          </p:cNvPr>
          <p:cNvSpPr>
            <a:spLocks noGrp="1"/>
          </p:cNvSpPr>
          <p:nvPr>
            <p:ph idx="20" hasCustomPrompt="1"/>
          </p:nvPr>
        </p:nvSpPr>
        <p:spPr>
          <a:xfrm>
            <a:off x="5423967" y="3605645"/>
            <a:ext cx="6217171" cy="2322486"/>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Name</a:t>
            </a:r>
          </a:p>
          <a:p>
            <a:pPr lvl="1"/>
            <a:r>
              <a:rPr lang="de-DE" dirty="0"/>
              <a:t>Funktion</a:t>
            </a:r>
            <a:br>
              <a:rPr lang="de-DE" dirty="0"/>
            </a:br>
            <a:r>
              <a:rPr lang="de-DE" dirty="0"/>
              <a:t>SV </a:t>
            </a:r>
            <a:r>
              <a:rPr lang="de-DE" dirty="0" err="1"/>
              <a:t>SparkassenVersicherung</a:t>
            </a:r>
            <a:endParaRPr lang="de-DE" dirty="0"/>
          </a:p>
          <a:p>
            <a:pPr lvl="1"/>
            <a:br>
              <a:rPr lang="de-DE" dirty="0"/>
            </a:br>
            <a:r>
              <a:rPr lang="de-DE" dirty="0"/>
              <a:t>+49 12 34567-890</a:t>
            </a:r>
            <a:br>
              <a:rPr lang="de-DE" dirty="0"/>
            </a:br>
            <a:r>
              <a:rPr lang="de-DE" dirty="0"/>
              <a:t>muster@sparkassenversicherung.de</a:t>
            </a:r>
          </a:p>
        </p:txBody>
      </p:sp>
      <p:sp>
        <p:nvSpPr>
          <p:cNvPr id="2" name="Titel 1">
            <a:extLst>
              <a:ext uri="{FF2B5EF4-FFF2-40B4-BE49-F238E27FC236}">
                <a16:creationId xmlns:a16="http://schemas.microsoft.com/office/drawing/2014/main" id="{7FE28FB5-24E0-4115-EBE0-828E5B943EB2}"/>
              </a:ext>
            </a:extLst>
          </p:cNvPr>
          <p:cNvSpPr>
            <a:spLocks noGrp="1"/>
          </p:cNvSpPr>
          <p:nvPr>
            <p:ph type="title" hasCustomPrompt="1"/>
          </p:nvPr>
        </p:nvSpPr>
        <p:spPr>
          <a:xfrm>
            <a:off x="600891" y="3024000"/>
            <a:ext cx="3327357" cy="810000"/>
          </a:xfrm>
        </p:spPr>
        <p:txBody>
          <a:bodyPr/>
          <a:lstStyle>
            <a:lvl1pPr algn="ctr">
              <a:defRPr sz="4800">
                <a:solidFill>
                  <a:schemeClr val="bg1"/>
                </a:solidFill>
              </a:defRPr>
            </a:lvl1pPr>
          </a:lstStyle>
          <a:p>
            <a:r>
              <a:rPr lang="de-DE" dirty="0"/>
              <a:t>Danke.</a:t>
            </a:r>
          </a:p>
        </p:txBody>
      </p:sp>
    </p:spTree>
    <p:extLst>
      <p:ext uri="{BB962C8B-B14F-4D97-AF65-F5344CB8AC3E}">
        <p14:creationId xmlns:p14="http://schemas.microsoft.com/office/powerpoint/2010/main" val="2202902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chlussfolie #5">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5416868" y="1875226"/>
            <a:ext cx="6224270" cy="810000"/>
          </a:xfrm>
        </p:spPr>
        <p:txBody>
          <a:bodyPr/>
          <a:lstStyle>
            <a:lvl1pPr>
              <a:defRPr sz="4800"/>
            </a:lvl1pPr>
          </a:lstStyle>
          <a:p>
            <a:r>
              <a:rPr lang="de-DE" dirty="0"/>
              <a:t>Danke.</a:t>
            </a:r>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3096000"/>
            <a:ext cx="6224270" cy="3204000"/>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SV </a:t>
            </a:r>
            <a:r>
              <a:rPr lang="de-DE" dirty="0" err="1"/>
              <a:t>SparkassenVersicherung</a:t>
            </a:r>
            <a:endParaRPr lang="de-DE" dirty="0"/>
          </a:p>
          <a:p>
            <a:pPr lvl="1"/>
            <a:r>
              <a:rPr lang="de-DE" dirty="0"/>
              <a:t>Vorname Nachname </a:t>
            </a:r>
            <a:br>
              <a:rPr lang="de-DE" dirty="0"/>
            </a:br>
            <a:r>
              <a:rPr lang="de-DE" dirty="0"/>
              <a:t>Musterstraße 1</a:t>
            </a:r>
            <a:br>
              <a:rPr lang="de-DE" dirty="0"/>
            </a:br>
            <a:r>
              <a:rPr lang="de-DE" dirty="0"/>
              <a:t>12345 Musterstadt</a:t>
            </a:r>
            <a:br>
              <a:rPr lang="de-DE" dirty="0"/>
            </a:br>
            <a:r>
              <a:rPr lang="de-DE" dirty="0"/>
              <a:t>+49 123 4567-890</a:t>
            </a:r>
            <a:br>
              <a:rPr lang="de-DE" dirty="0"/>
            </a:br>
            <a:r>
              <a:rPr lang="de-DE" dirty="0"/>
              <a:t>muster@sparkassenversicherung.de</a:t>
            </a:r>
          </a:p>
        </p:txBody>
      </p:sp>
      <p:pic>
        <p:nvPicPr>
          <p:cNvPr id="2" name="Grafik 1">
            <a:extLst>
              <a:ext uri="{FF2B5EF4-FFF2-40B4-BE49-F238E27FC236}">
                <a16:creationId xmlns:a16="http://schemas.microsoft.com/office/drawing/2014/main" id="{671A598B-A02F-ED94-4BFB-674BA2ACFF1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612776" y="2243704"/>
            <a:ext cx="3288778" cy="1896448"/>
          </a:xfrm>
          <a:prstGeom prst="rect">
            <a:avLst/>
          </a:prstGeom>
        </p:spPr>
      </p:pic>
    </p:spTree>
    <p:extLst>
      <p:ext uri="{BB962C8B-B14F-4D97-AF65-F5344CB8AC3E}">
        <p14:creationId xmlns:p14="http://schemas.microsoft.com/office/powerpoint/2010/main" val="238684674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chlussfolie #6">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5416868" y="1875226"/>
            <a:ext cx="6224270" cy="810000"/>
          </a:xfrm>
        </p:spPr>
        <p:txBody>
          <a:bodyPr/>
          <a:lstStyle>
            <a:lvl1pPr>
              <a:defRPr sz="4800">
                <a:solidFill>
                  <a:schemeClr val="bg1"/>
                </a:solidFill>
              </a:defRPr>
            </a:lvl1pPr>
          </a:lstStyle>
          <a:p>
            <a:r>
              <a:rPr lang="de-DE" dirty="0"/>
              <a:t>Danke.</a:t>
            </a:r>
          </a:p>
        </p:txBody>
      </p:sp>
      <p:cxnSp>
        <p:nvCxnSpPr>
          <p:cNvPr id="2" name="Gerader Verbinder 1">
            <a:extLst>
              <a:ext uri="{FF2B5EF4-FFF2-40B4-BE49-F238E27FC236}">
                <a16:creationId xmlns:a16="http://schemas.microsoft.com/office/drawing/2014/main" id="{480FCCA5-E8A9-F17E-4570-899F03170D2B}"/>
              </a:ext>
            </a:extLst>
          </p:cNvPr>
          <p:cNvCxnSpPr/>
          <p:nvPr userDrawn="1"/>
        </p:nvCxnSpPr>
        <p:spPr>
          <a:xfrm>
            <a:off x="4529138"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Inhaltsplatzhalter 2">
            <a:extLst>
              <a:ext uri="{FF2B5EF4-FFF2-40B4-BE49-F238E27FC236}">
                <a16:creationId xmlns:a16="http://schemas.microsoft.com/office/drawing/2014/main" id="{AA9D6592-5362-0196-5092-96EFEB5FD2DB}"/>
              </a:ext>
            </a:extLst>
          </p:cNvPr>
          <p:cNvSpPr>
            <a:spLocks noGrp="1"/>
          </p:cNvSpPr>
          <p:nvPr>
            <p:ph idx="19" hasCustomPrompt="1"/>
          </p:nvPr>
        </p:nvSpPr>
        <p:spPr>
          <a:xfrm>
            <a:off x="5423967" y="3096000"/>
            <a:ext cx="6224270" cy="3204000"/>
          </a:xfrm>
          <a:noFill/>
        </p:spPr>
        <p:txBody>
          <a:bodyPr/>
          <a:lstStyle>
            <a:lvl1pPr>
              <a:spcBef>
                <a:spcPts val="0"/>
              </a:spcBef>
              <a:spcAft>
                <a:spcPts val="1800"/>
              </a:spcAft>
              <a:defRPr>
                <a:solidFill>
                  <a:schemeClr val="bg1"/>
                </a:solidFill>
                <a:latin typeface="Sparkasse Medium" panose="020B0603080202020204" pitchFamily="34" charset="0"/>
              </a:defRPr>
            </a:lvl1pPr>
            <a:lvl2pPr marL="0" indent="0">
              <a:spcBef>
                <a:spcPts val="0"/>
              </a:spcBef>
              <a:buFontTx/>
              <a:buNone/>
              <a:defRPr>
                <a:solidFill>
                  <a:schemeClr val="bg1"/>
                </a:solidFill>
              </a:defRPr>
            </a:lvl2pPr>
            <a:lvl3pPr marL="216000">
              <a:spcBef>
                <a:spcPts val="600"/>
              </a:spcBef>
              <a:defRPr/>
            </a:lvl3pPr>
            <a:lvl4pPr marL="432000">
              <a:spcBef>
                <a:spcPts val="600"/>
              </a:spcBef>
              <a:defRPr/>
            </a:lvl4pPr>
            <a:lvl5pPr marL="648000">
              <a:spcBef>
                <a:spcPts val="600"/>
              </a:spcBef>
              <a:defRPr/>
            </a:lvl5pPr>
          </a:lstStyle>
          <a:p>
            <a:pPr lvl="0"/>
            <a:r>
              <a:rPr lang="de-DE" dirty="0"/>
              <a:t>SV </a:t>
            </a:r>
            <a:r>
              <a:rPr lang="de-DE" dirty="0" err="1"/>
              <a:t>SparkassenVersicherung</a:t>
            </a:r>
            <a:endParaRPr lang="de-DE" dirty="0"/>
          </a:p>
          <a:p>
            <a:pPr lvl="1"/>
            <a:r>
              <a:rPr lang="de-DE" dirty="0"/>
              <a:t>Vorname Nachname </a:t>
            </a:r>
            <a:br>
              <a:rPr lang="de-DE" dirty="0"/>
            </a:br>
            <a:r>
              <a:rPr lang="de-DE" dirty="0"/>
              <a:t>Musterstraße 1</a:t>
            </a:r>
            <a:br>
              <a:rPr lang="de-DE" dirty="0"/>
            </a:br>
            <a:r>
              <a:rPr lang="de-DE" dirty="0"/>
              <a:t>12345 Musterstadt</a:t>
            </a:r>
            <a:br>
              <a:rPr lang="de-DE" dirty="0"/>
            </a:br>
            <a:r>
              <a:rPr lang="de-DE" dirty="0"/>
              <a:t>+49 123 4567-890</a:t>
            </a:r>
            <a:br>
              <a:rPr lang="de-DE" dirty="0"/>
            </a:br>
            <a:r>
              <a:rPr lang="de-DE" dirty="0"/>
              <a:t>muster@sparkassenversicherung.de</a:t>
            </a:r>
          </a:p>
        </p:txBody>
      </p:sp>
      <p:pic>
        <p:nvPicPr>
          <p:cNvPr id="3" name="Grafik 2">
            <a:extLst>
              <a:ext uri="{FF2B5EF4-FFF2-40B4-BE49-F238E27FC236}">
                <a16:creationId xmlns:a16="http://schemas.microsoft.com/office/drawing/2014/main" id="{A8454836-8574-4100-E0EC-B19E3BB3CE1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612776" y="2243704"/>
            <a:ext cx="3288778" cy="1896448"/>
          </a:xfrm>
          <a:prstGeom prst="rect">
            <a:avLst/>
          </a:prstGeom>
        </p:spPr>
      </p:pic>
    </p:spTree>
    <p:extLst>
      <p:ext uri="{BB962C8B-B14F-4D97-AF65-F5344CB8AC3E}">
        <p14:creationId xmlns:p14="http://schemas.microsoft.com/office/powerpoint/2010/main" val="41180886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Schlussfolie #7">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1979474"/>
            <a:ext cx="6217171" cy="4319725"/>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Vertraulichkeit und Nutzung dieser Unterlage</a:t>
            </a:r>
            <a:br>
              <a:rPr lang="de-DE" dirty="0"/>
            </a:br>
            <a:endParaRPr lang="de-DE" dirty="0"/>
          </a:p>
          <a:p>
            <a:pPr lvl="1"/>
            <a:r>
              <a:rPr lang="de-DE" dirty="0"/>
              <a:t>Der Inhalt dieser Unterlage ist vertraulich zu behandeln. </a:t>
            </a:r>
          </a:p>
          <a:p>
            <a:pPr lvl="1"/>
            <a:r>
              <a:rPr lang="de-DE" dirty="0"/>
              <a:t>Vertrauliche Behandlung bedeutet, dass Inhalte und Informationen Dritten nicht zugänglich gemacht und durch diese nicht wirtschaftlich verwertet werden dürfen. Eine darüber hinausgehende Verwendung oder die Weitergabe an Dritte bedarf der schriftlichen Zustimmung der Urheber oder des Auftraggebers. </a:t>
            </a:r>
          </a:p>
          <a:p>
            <a:pPr lvl="1"/>
            <a:endParaRPr lang="de-DE" dirty="0"/>
          </a:p>
          <a:p>
            <a:pPr lvl="1"/>
            <a:r>
              <a:rPr lang="de-DE" dirty="0"/>
              <a:t>Alle Abbildungen und Texte in dieser Präsentation sind urheberrechtlich geschützt. Die Rechte liegen bei den Urhebern. Jegliche externe Verwendung oder Reproduktion in elektronischer oder gedruckter Form bedarf der ausdrücklichen Zustimmung durch die Urheber.</a:t>
            </a:r>
          </a:p>
        </p:txBody>
      </p:sp>
      <p:pic>
        <p:nvPicPr>
          <p:cNvPr id="2" name="Grafik 1">
            <a:extLst>
              <a:ext uri="{FF2B5EF4-FFF2-40B4-BE49-F238E27FC236}">
                <a16:creationId xmlns:a16="http://schemas.microsoft.com/office/drawing/2014/main" id="{75A04E28-CD89-C1C9-CF66-8C4EC3E91F3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612776" y="2243704"/>
            <a:ext cx="3288778" cy="1896448"/>
          </a:xfrm>
          <a:prstGeom prst="rect">
            <a:avLst/>
          </a:prstGeom>
        </p:spPr>
      </p:pic>
    </p:spTree>
    <p:extLst>
      <p:ext uri="{BB962C8B-B14F-4D97-AF65-F5344CB8AC3E}">
        <p14:creationId xmlns:p14="http://schemas.microsoft.com/office/powerpoint/2010/main" val="2446533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chlussfolie #8">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0"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598999" y="3010602"/>
            <a:ext cx="11042139" cy="836795"/>
          </a:xfrm>
        </p:spPr>
        <p:txBody>
          <a:bodyPr anchor="ctr" anchorCtr="0"/>
          <a:lstStyle>
            <a:lvl1pPr algn="ctr">
              <a:lnSpc>
                <a:spcPct val="100000"/>
              </a:lnSpc>
              <a:defRPr sz="4800">
                <a:solidFill>
                  <a:schemeClr val="bg1"/>
                </a:solidFill>
              </a:defRPr>
            </a:lvl1pPr>
          </a:lstStyle>
          <a:p>
            <a:r>
              <a:rPr lang="de-DE" dirty="0"/>
              <a:t>Damit was passiert, wenn was passiert.</a:t>
            </a:r>
          </a:p>
        </p:txBody>
      </p:sp>
      <p:sp>
        <p:nvSpPr>
          <p:cNvPr id="3" name="Textfeld 2">
            <a:extLst>
              <a:ext uri="{FF2B5EF4-FFF2-40B4-BE49-F238E27FC236}">
                <a16:creationId xmlns:a16="http://schemas.microsoft.com/office/drawing/2014/main" id="{BE1A973E-B4A5-1B77-3CC3-8C6930343552}"/>
              </a:ext>
            </a:extLst>
          </p:cNvPr>
          <p:cNvSpPr txBox="1"/>
          <p:nvPr userDrawn="1"/>
        </p:nvSpPr>
        <p:spPr>
          <a:xfrm flipH="1">
            <a:off x="294967" y="3575009"/>
            <a:ext cx="45719"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367328179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1.sv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1" name="Rechteck 40">
            <a:extLst>
              <a:ext uri="{FF2B5EF4-FFF2-40B4-BE49-F238E27FC236}">
                <a16:creationId xmlns:a16="http://schemas.microsoft.com/office/drawing/2014/main" id="{616B4844-1B39-F59A-9EBD-270D938AC9D8}"/>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platzhalter 1">
            <a:extLst>
              <a:ext uri="{FF2B5EF4-FFF2-40B4-BE49-F238E27FC236}">
                <a16:creationId xmlns:a16="http://schemas.microsoft.com/office/drawing/2014/main" id="{E53DC82F-11AD-BB3D-EEF1-BE8BC5F51CAD}"/>
              </a:ext>
            </a:extLst>
          </p:cNvPr>
          <p:cNvSpPr>
            <a:spLocks noGrp="1"/>
          </p:cNvSpPr>
          <p:nvPr>
            <p:ph type="title"/>
          </p:nvPr>
        </p:nvSpPr>
        <p:spPr>
          <a:xfrm>
            <a:off x="1150868" y="486000"/>
            <a:ext cx="10488614" cy="913979"/>
          </a:xfrm>
          <a:prstGeom prst="rect">
            <a:avLst/>
          </a:prstGeom>
        </p:spPr>
        <p:txBody>
          <a:bodyPr vert="horz" lIns="0" tIns="0" rIns="0" bIns="0" rtlCol="0" anchor="t" anchorCtr="0">
            <a:noAutofit/>
          </a:bodyPr>
          <a:lstStyle/>
          <a:p>
            <a:r>
              <a:rPr lang="de-DE" dirty="0"/>
              <a:t>Headline Sparkasse Head 28pt ein- bis max. zweizeilig</a:t>
            </a:r>
          </a:p>
        </p:txBody>
      </p:sp>
      <p:sp>
        <p:nvSpPr>
          <p:cNvPr id="3" name="Textplatzhalter 2">
            <a:extLst>
              <a:ext uri="{FF2B5EF4-FFF2-40B4-BE49-F238E27FC236}">
                <a16:creationId xmlns:a16="http://schemas.microsoft.com/office/drawing/2014/main" id="{68FBEDB7-AE8C-D8C4-9E37-97A0432C51C5}"/>
              </a:ext>
            </a:extLst>
          </p:cNvPr>
          <p:cNvSpPr>
            <a:spLocks noGrp="1"/>
          </p:cNvSpPr>
          <p:nvPr>
            <p:ph type="body" idx="1"/>
          </p:nvPr>
        </p:nvSpPr>
        <p:spPr>
          <a:xfrm>
            <a:off x="1152000" y="1567296"/>
            <a:ext cx="10490399" cy="4734000"/>
          </a:xfrm>
          <a:prstGeom prst="rect">
            <a:avLst/>
          </a:prstGeom>
        </p:spPr>
        <p:txBody>
          <a:bodyPr vert="horz" lIns="0" tIns="0" rIns="0" bIns="0" rtlCol="0">
            <a:noAutofit/>
          </a:bodyPr>
          <a:lstStyle/>
          <a:p>
            <a:pPr lvl="0"/>
            <a:r>
              <a:rPr lang="de-DE" dirty="0"/>
              <a:t>Erste Ebene Sparkasse Light 14pt. Texthervorhebungen manuell in Sparkasse Medium. </a:t>
            </a:r>
            <a:br>
              <a:rPr lang="de-DE" dirty="0"/>
            </a:br>
            <a:r>
              <a:rPr lang="de-DE" dirty="0"/>
              <a:t>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AE054AA7-B892-D973-BF67-01DB2F492A63}"/>
              </a:ext>
            </a:extLst>
          </p:cNvPr>
          <p:cNvSpPr>
            <a:spLocks noGrp="1"/>
          </p:cNvSpPr>
          <p:nvPr>
            <p:ph type="sldNum" sz="quarter" idx="4"/>
          </p:nvPr>
        </p:nvSpPr>
        <p:spPr>
          <a:xfrm>
            <a:off x="1200" y="6406750"/>
            <a:ext cx="611575" cy="180000"/>
          </a:xfrm>
          <a:prstGeom prst="rect">
            <a:avLst/>
          </a:prstGeom>
        </p:spPr>
        <p:txBody>
          <a:bodyPr vert="horz" lIns="0" tIns="0" rIns="0" bIns="0" rtlCol="0" anchor="ctr">
            <a:noAutofit/>
          </a:bodyPr>
          <a:lstStyle>
            <a:lvl1pPr algn="ctr">
              <a:defRPr sz="800">
                <a:solidFill>
                  <a:schemeClr val="bg1"/>
                </a:solidFill>
                <a:latin typeface="Sparkasse Rg" panose="020B0504050602020204" pitchFamily="34" charset="0"/>
              </a:defRPr>
            </a:lvl1pPr>
          </a:lstStyle>
          <a:p>
            <a:fld id="{59F716AE-B1C6-41F5-8EFD-31941EDB35D4}" type="slidenum">
              <a:rPr lang="de-DE" smtClean="0"/>
              <a:pPr/>
              <a:t>‹Nr.›</a:t>
            </a:fld>
            <a:endParaRPr lang="de-DE" dirty="0"/>
          </a:p>
        </p:txBody>
      </p:sp>
      <p:sp>
        <p:nvSpPr>
          <p:cNvPr id="5" name="Fußzeilenplatzhalter 4">
            <a:extLst>
              <a:ext uri="{FF2B5EF4-FFF2-40B4-BE49-F238E27FC236}">
                <a16:creationId xmlns:a16="http://schemas.microsoft.com/office/drawing/2014/main" id="{BBA638C5-8A11-4C64-7C3B-DDF8D85D5083}"/>
              </a:ext>
            </a:extLst>
          </p:cNvPr>
          <p:cNvSpPr>
            <a:spLocks noGrp="1"/>
          </p:cNvSpPr>
          <p:nvPr>
            <p:ph type="ftr" sz="quarter" idx="3"/>
          </p:nvPr>
        </p:nvSpPr>
        <p:spPr>
          <a:xfrm>
            <a:off x="4528800" y="6408000"/>
            <a:ext cx="7113600" cy="180000"/>
          </a:xfrm>
          <a:prstGeom prst="rect">
            <a:avLst/>
          </a:prstGeom>
        </p:spPr>
        <p:txBody>
          <a:bodyPr vert="horz" lIns="0" tIns="0" rIns="0" bIns="0" rtlCol="0" anchor="ctr"/>
          <a:lstStyle>
            <a:lvl1pPr algn="r">
              <a:defRPr lang="de-DE" sz="800" kern="1200" dirty="0">
                <a:solidFill>
                  <a:schemeClr val="tx1"/>
                </a:solidFill>
                <a:latin typeface="+mn-lt"/>
                <a:ea typeface="+mn-ea"/>
                <a:cs typeface="+mn-cs"/>
              </a:defRPr>
            </a:lvl1pPr>
          </a:lstStyle>
          <a:p>
            <a:r>
              <a:rPr lang="de-DE"/>
              <a:t>Titel der Präsentation | Name | Ort, Datum</a:t>
            </a:r>
          </a:p>
        </p:txBody>
      </p:sp>
      <p:sp>
        <p:nvSpPr>
          <p:cNvPr id="7" name="Textfeld 6">
            <a:extLst>
              <a:ext uri="{FF2B5EF4-FFF2-40B4-BE49-F238E27FC236}">
                <a16:creationId xmlns:a16="http://schemas.microsoft.com/office/drawing/2014/main" id="{675D8DD7-919D-944F-39AB-A6CA202814E3}"/>
              </a:ext>
            </a:extLst>
          </p:cNvPr>
          <p:cNvSpPr txBox="1"/>
          <p:nvPr userDrawn="1"/>
        </p:nvSpPr>
        <p:spPr>
          <a:xfrm rot="16200000">
            <a:off x="-2573850" y="3354142"/>
            <a:ext cx="5742000" cy="180000"/>
          </a:xfrm>
          <a:prstGeom prst="rect">
            <a:avLst/>
          </a:prstGeom>
          <a:noFill/>
          <a:ln>
            <a:noFill/>
          </a:ln>
        </p:spPr>
        <p:txBody>
          <a:bodyPr wrap="square" lIns="0" tIns="0" rIns="0" bIns="0" rtlCol="0" anchor="ctr" anchorCtr="0">
            <a:noAutofit/>
          </a:bodyPr>
          <a:lstStyle/>
          <a:p>
            <a:pPr marL="0" algn="ctr" defTabSz="914400" rtl="0" eaLnBrk="1" latinLnBrk="0" hangingPunct="1">
              <a:lnSpc>
                <a:spcPts val="1100"/>
              </a:lnSpc>
            </a:pPr>
            <a:r>
              <a:rPr lang="de-DE" sz="800" kern="1200" cap="all" spc="80" baseline="0" dirty="0">
                <a:solidFill>
                  <a:schemeClr val="bg1"/>
                </a:solidFill>
                <a:latin typeface="Sparkasse Rg" panose="020B0504050602020204" pitchFamily="34" charset="0"/>
                <a:ea typeface="+mn-ea"/>
                <a:cs typeface="+mn-cs"/>
              </a:rPr>
              <a:t>SV Sparkassenversicherung</a:t>
            </a:r>
          </a:p>
        </p:txBody>
      </p:sp>
      <p:pic>
        <p:nvPicPr>
          <p:cNvPr id="9" name="Grafik 8">
            <a:extLst>
              <a:ext uri="{FF2B5EF4-FFF2-40B4-BE49-F238E27FC236}">
                <a16:creationId xmlns:a16="http://schemas.microsoft.com/office/drawing/2014/main" id="{8E06C8E5-4498-BD04-0E9C-F3DE9AB8FC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71847" y="211342"/>
            <a:ext cx="472371" cy="272389"/>
          </a:xfrm>
          <a:prstGeom prst="rect">
            <a:avLst/>
          </a:prstGeom>
        </p:spPr>
      </p:pic>
    </p:spTree>
    <p:extLst>
      <p:ext uri="{BB962C8B-B14F-4D97-AF65-F5344CB8AC3E}">
        <p14:creationId xmlns:p14="http://schemas.microsoft.com/office/powerpoint/2010/main" val="2472514006"/>
      </p:ext>
    </p:extLst>
  </p:cSld>
  <p:clrMap bg1="lt1" tx1="dk1" bg2="lt2" tx2="dk2" accent1="accent1" accent2="accent2" accent3="accent3" accent4="accent4" accent5="accent5" accent6="accent6" hlink="hlink" folHlink="folHlink"/>
  <p:sldLayoutIdLst>
    <p:sldLayoutId id="2147483803" r:id="rId1"/>
    <p:sldLayoutId id="2147483805" r:id="rId2"/>
    <p:sldLayoutId id="2147483806" r:id="rId3"/>
    <p:sldLayoutId id="2147483807" r:id="rId4"/>
    <p:sldLayoutId id="2147483689" r:id="rId5"/>
    <p:sldLayoutId id="2147483690" r:id="rId6"/>
    <p:sldLayoutId id="2147483691" r:id="rId7"/>
    <p:sldLayoutId id="2147483693" r:id="rId8"/>
    <p:sldLayoutId id="2147483694" r:id="rId9"/>
    <p:sldLayoutId id="2147483695" r:id="rId10"/>
    <p:sldLayoutId id="2147483696" r:id="rId11"/>
    <p:sldLayoutId id="2147483771"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59" r:id="rId22"/>
    <p:sldLayoutId id="2147483799" r:id="rId23"/>
    <p:sldLayoutId id="2147483780" r:id="rId24"/>
    <p:sldLayoutId id="2147483801" r:id="rId25"/>
    <p:sldLayoutId id="2147483790" r:id="rId26"/>
    <p:sldLayoutId id="2147483706" r:id="rId27"/>
    <p:sldLayoutId id="2147483707" r:id="rId28"/>
    <p:sldLayoutId id="2147483708" r:id="rId29"/>
    <p:sldLayoutId id="2147483709" r:id="rId30"/>
    <p:sldLayoutId id="2147483710" r:id="rId31"/>
    <p:sldLayoutId id="2147483778" r:id="rId32"/>
    <p:sldLayoutId id="2147483783" r:id="rId33"/>
    <p:sldLayoutId id="2147483711" r:id="rId34"/>
    <p:sldLayoutId id="2147483712" r:id="rId35"/>
    <p:sldLayoutId id="2147483713" r:id="rId36"/>
    <p:sldLayoutId id="2147483714" r:id="rId37"/>
    <p:sldLayoutId id="2147483779" r:id="rId38"/>
    <p:sldLayoutId id="2147483716" r:id="rId39"/>
    <p:sldLayoutId id="2147483781" r:id="rId40"/>
    <p:sldLayoutId id="2147483777" r:id="rId41"/>
    <p:sldLayoutId id="2147483791" r:id="rId42"/>
    <p:sldLayoutId id="2147483792" r:id="rId43"/>
    <p:sldLayoutId id="2147483793" r:id="rId44"/>
    <p:sldLayoutId id="2147483794" r:id="rId45"/>
    <p:sldLayoutId id="2147483796" r:id="rId46"/>
    <p:sldLayoutId id="2147483797" r:id="rId47"/>
    <p:sldLayoutId id="2147483760" r:id="rId48"/>
    <p:sldLayoutId id="2147483762" r:id="rId49"/>
    <p:sldLayoutId id="2147483773" r:id="rId50"/>
    <p:sldLayoutId id="2147483764" r:id="rId51"/>
    <p:sldLayoutId id="2147483784" r:id="rId52"/>
    <p:sldLayoutId id="2147483765" r:id="rId53"/>
    <p:sldLayoutId id="2147483787" r:id="rId54"/>
    <p:sldLayoutId id="2147483768" r:id="rId55"/>
  </p:sldLayoutIdLst>
  <p:hf hdr="0" dt="0"/>
  <p:txStyles>
    <p:titleStyle>
      <a:lvl1pPr algn="l" defTabSz="914400" rtl="0" eaLnBrk="1" latinLnBrk="0" hangingPunct="1">
        <a:lnSpc>
          <a:spcPct val="10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14000"/>
        </a:lnSpc>
        <a:spcBef>
          <a:spcPts val="1800"/>
        </a:spcBef>
        <a:spcAft>
          <a:spcPts val="0"/>
        </a:spcAft>
        <a:buFontTx/>
        <a:buNone/>
        <a:defRPr sz="1400" kern="1200">
          <a:solidFill>
            <a:schemeClr val="tx1"/>
          </a:solidFill>
          <a:latin typeface="+mn-lt"/>
          <a:ea typeface="+mn-ea"/>
          <a:cs typeface="+mn-cs"/>
        </a:defRPr>
      </a:lvl1pPr>
      <a:lvl2pPr marL="216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2pPr>
      <a:lvl3pPr marL="432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3pPr>
      <a:lvl4pPr marL="648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4pPr>
      <a:lvl5pPr marL="864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9" userDrawn="1">
          <p15:clr>
            <a:srgbClr val="F26B43"/>
          </p15:clr>
        </p15:guide>
        <p15:guide id="2" pos="386" userDrawn="1">
          <p15:clr>
            <a:srgbClr val="F26B43"/>
          </p15:clr>
        </p15:guide>
        <p15:guide id="4" pos="2853" userDrawn="1">
          <p15:clr>
            <a:srgbClr val="F26B43"/>
          </p15:clr>
        </p15:guide>
        <p15:guide id="5" pos="4030" userDrawn="1">
          <p15:clr>
            <a:srgbClr val="F26B43"/>
          </p15:clr>
        </p15:guide>
        <p15:guide id="6" pos="7333" userDrawn="1">
          <p15:clr>
            <a:srgbClr val="F26B43"/>
          </p15:clr>
        </p15:guide>
        <p15:guide id="7" orient="horz" pos="368" userDrawn="1">
          <p15:clr>
            <a:srgbClr val="F26B43"/>
          </p15:clr>
        </p15:guide>
        <p15:guide id="9" orient="horz" pos="3968" userDrawn="1">
          <p15:clr>
            <a:srgbClr val="F26B43"/>
          </p15:clr>
        </p15:guide>
        <p15:guide id="10" pos="726" userDrawn="1">
          <p15:clr>
            <a:srgbClr val="F26B43"/>
          </p15:clr>
        </p15:guide>
        <p15:guide id="11" orient="horz" pos="1021" userDrawn="1">
          <p15:clr>
            <a:srgbClr val="F26B43"/>
          </p15:clr>
        </p15:guide>
        <p15:guide id="12" orient="horz" pos="1248" userDrawn="1">
          <p15:clr>
            <a:srgbClr val="F26B43"/>
          </p15:clr>
        </p15:guide>
        <p15:guide id="13" pos="5206" userDrawn="1">
          <p15:clr>
            <a:srgbClr val="F26B43"/>
          </p15:clr>
        </p15:guide>
        <p15:guide id="14" orient="horz" pos="79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FDFAB469-58C1-6238-65DE-47612BADDABD}"/>
              </a:ext>
            </a:extLst>
          </p:cNvPr>
          <p:cNvSpPr>
            <a:spLocks noGrp="1"/>
          </p:cNvSpPr>
          <p:nvPr>
            <p:ph type="sldNum" sz="quarter" idx="12"/>
          </p:nvPr>
        </p:nvSpPr>
        <p:spPr/>
        <p:txBody>
          <a:bodyPr/>
          <a:lstStyle/>
          <a:p>
            <a:fld id="{59F716AE-B1C6-41F5-8EFD-31941EDB35D4}" type="slidenum">
              <a:rPr lang="de-DE" smtClean="0"/>
              <a:t>1</a:t>
            </a:fld>
            <a:endParaRPr lang="de-DE"/>
          </a:p>
        </p:txBody>
      </p:sp>
      <p:sp>
        <p:nvSpPr>
          <p:cNvPr id="7" name="Textplatzhalter 6">
            <a:extLst>
              <a:ext uri="{FF2B5EF4-FFF2-40B4-BE49-F238E27FC236}">
                <a16:creationId xmlns:a16="http://schemas.microsoft.com/office/drawing/2014/main" id="{F266A5DB-5B72-591B-49E6-D5A94B6B98B0}"/>
              </a:ext>
            </a:extLst>
          </p:cNvPr>
          <p:cNvSpPr>
            <a:spLocks noGrp="1"/>
          </p:cNvSpPr>
          <p:nvPr>
            <p:ph type="body" idx="13"/>
          </p:nvPr>
        </p:nvSpPr>
        <p:spPr/>
        <p:txBody>
          <a:bodyPr/>
          <a:lstStyle/>
          <a:p>
            <a:r>
              <a:rPr lang="de-DE" dirty="0"/>
              <a:t>Quick-Guide</a:t>
            </a:r>
          </a:p>
        </p:txBody>
      </p:sp>
      <p:sp>
        <p:nvSpPr>
          <p:cNvPr id="5" name="Titel 4">
            <a:extLst>
              <a:ext uri="{FF2B5EF4-FFF2-40B4-BE49-F238E27FC236}">
                <a16:creationId xmlns:a16="http://schemas.microsoft.com/office/drawing/2014/main" id="{04FF2271-50B2-4F3E-52DA-164517E89C5E}"/>
              </a:ext>
            </a:extLst>
          </p:cNvPr>
          <p:cNvSpPr>
            <a:spLocks noGrp="1"/>
          </p:cNvSpPr>
          <p:nvPr>
            <p:ph type="title"/>
          </p:nvPr>
        </p:nvSpPr>
        <p:spPr/>
        <p:txBody>
          <a:bodyPr/>
          <a:lstStyle/>
          <a:p>
            <a:r>
              <a:rPr lang="de-DE" dirty="0"/>
              <a:t>Farben</a:t>
            </a:r>
          </a:p>
        </p:txBody>
      </p:sp>
      <p:sp>
        <p:nvSpPr>
          <p:cNvPr id="2" name="Fußzeilenplatzhalter 1">
            <a:extLst>
              <a:ext uri="{FF2B5EF4-FFF2-40B4-BE49-F238E27FC236}">
                <a16:creationId xmlns:a16="http://schemas.microsoft.com/office/drawing/2014/main" id="{52F4F06C-208A-53C2-6B0F-95C5CC2897A6}"/>
              </a:ext>
            </a:extLst>
          </p:cNvPr>
          <p:cNvSpPr>
            <a:spLocks noGrp="1"/>
          </p:cNvSpPr>
          <p:nvPr>
            <p:ph type="ftr" sz="quarter" idx="18"/>
          </p:nvPr>
        </p:nvSpPr>
        <p:spPr/>
        <p:txBody>
          <a:bodyPr/>
          <a:lstStyle/>
          <a:p>
            <a:r>
              <a:rPr lang="de-DE"/>
              <a:t>Titel der Präsentation | Name | Ort, Datum</a:t>
            </a:r>
            <a:endParaRPr lang="de-DE" dirty="0"/>
          </a:p>
        </p:txBody>
      </p:sp>
      <p:sp>
        <p:nvSpPr>
          <p:cNvPr id="10" name="Rechteck 9">
            <a:extLst>
              <a:ext uri="{FF2B5EF4-FFF2-40B4-BE49-F238E27FC236}">
                <a16:creationId xmlns:a16="http://schemas.microsoft.com/office/drawing/2014/main" id="{73FBC4F5-6A51-D7A5-BCFA-1A1A893FDEEE}"/>
              </a:ext>
            </a:extLst>
          </p:cNvPr>
          <p:cNvSpPr/>
          <p:nvPr/>
        </p:nvSpPr>
        <p:spPr>
          <a:xfrm>
            <a:off x="10122258" y="3044297"/>
            <a:ext cx="708464" cy="450000"/>
          </a:xfrm>
          <a:prstGeom prst="rect">
            <a:avLst/>
          </a:prstGeom>
          <a:solidFill>
            <a:srgbClr val="444444"/>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bg1"/>
                </a:solidFill>
                <a:latin typeface="Sparkasse Rg" panose="020B0504050602020204" pitchFamily="34" charset="0"/>
                <a:cs typeface="Arial" panose="020B0604020202020204" pitchFamily="34" charset="0"/>
              </a:rPr>
              <a:t>Sparkassen-Dunkelgrau 2</a:t>
            </a:r>
          </a:p>
        </p:txBody>
      </p:sp>
      <p:sp>
        <p:nvSpPr>
          <p:cNvPr id="11" name="Rechteck 10">
            <a:extLst>
              <a:ext uri="{FF2B5EF4-FFF2-40B4-BE49-F238E27FC236}">
                <a16:creationId xmlns:a16="http://schemas.microsoft.com/office/drawing/2014/main" id="{C0E2F070-0E61-4D91-1229-45E6CC6591F6}"/>
              </a:ext>
            </a:extLst>
          </p:cNvPr>
          <p:cNvSpPr/>
          <p:nvPr/>
        </p:nvSpPr>
        <p:spPr>
          <a:xfrm>
            <a:off x="9311047" y="3044297"/>
            <a:ext cx="708464" cy="450000"/>
          </a:xfrm>
          <a:prstGeom prst="rect">
            <a:avLst/>
          </a:prstGeom>
          <a:solidFill>
            <a:srgbClr val="666666"/>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bg1"/>
                </a:solidFill>
                <a:latin typeface="Sparkasse Rg" panose="020B0504050602020204" pitchFamily="34" charset="0"/>
                <a:cs typeface="Arial" panose="020B0604020202020204" pitchFamily="34" charset="0"/>
              </a:rPr>
              <a:t>Sparkassen-Dunkelgrau 1</a:t>
            </a:r>
          </a:p>
        </p:txBody>
      </p:sp>
      <p:sp>
        <p:nvSpPr>
          <p:cNvPr id="12" name="Rechteck 11">
            <a:extLst>
              <a:ext uri="{FF2B5EF4-FFF2-40B4-BE49-F238E27FC236}">
                <a16:creationId xmlns:a16="http://schemas.microsoft.com/office/drawing/2014/main" id="{B27FF87B-1A0F-1327-CD48-45934D5CE3D4}"/>
              </a:ext>
            </a:extLst>
          </p:cNvPr>
          <p:cNvSpPr/>
          <p:nvPr/>
        </p:nvSpPr>
        <p:spPr>
          <a:xfrm>
            <a:off x="6053084" y="3044297"/>
            <a:ext cx="708464" cy="450000"/>
          </a:xfrm>
          <a:prstGeom prst="rect">
            <a:avLst/>
          </a:prstGeom>
          <a:solidFill>
            <a:srgbClr val="D9D9D9"/>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Sparkassen-Grau 3</a:t>
            </a:r>
          </a:p>
        </p:txBody>
      </p:sp>
      <p:sp>
        <p:nvSpPr>
          <p:cNvPr id="13" name="Rechteck 12">
            <a:extLst>
              <a:ext uri="{FF2B5EF4-FFF2-40B4-BE49-F238E27FC236}">
                <a16:creationId xmlns:a16="http://schemas.microsoft.com/office/drawing/2014/main" id="{13824B84-4998-DC86-D4BF-4099412862D6}"/>
              </a:ext>
            </a:extLst>
          </p:cNvPr>
          <p:cNvSpPr/>
          <p:nvPr/>
        </p:nvSpPr>
        <p:spPr>
          <a:xfrm>
            <a:off x="6881613" y="3044297"/>
            <a:ext cx="708464" cy="450000"/>
          </a:xfrm>
          <a:prstGeom prst="rect">
            <a:avLst/>
          </a:prstGeom>
          <a:solidFill>
            <a:srgbClr val="CCCCCC"/>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Sparkassen-Grau 4</a:t>
            </a:r>
          </a:p>
        </p:txBody>
      </p:sp>
      <p:sp>
        <p:nvSpPr>
          <p:cNvPr id="14" name="Rechteck 13">
            <a:extLst>
              <a:ext uri="{FF2B5EF4-FFF2-40B4-BE49-F238E27FC236}">
                <a16:creationId xmlns:a16="http://schemas.microsoft.com/office/drawing/2014/main" id="{788D766C-E773-2E51-5B70-41E543576C37}"/>
              </a:ext>
            </a:extLst>
          </p:cNvPr>
          <p:cNvSpPr/>
          <p:nvPr/>
        </p:nvSpPr>
        <p:spPr>
          <a:xfrm>
            <a:off x="7692824" y="3044297"/>
            <a:ext cx="708464" cy="450000"/>
          </a:xfrm>
          <a:prstGeom prst="rect">
            <a:avLst/>
          </a:prstGeom>
          <a:solidFill>
            <a:srgbClr val="BBBBBB"/>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Sparkassen-Grau 5</a:t>
            </a:r>
          </a:p>
        </p:txBody>
      </p:sp>
      <p:sp>
        <p:nvSpPr>
          <p:cNvPr id="15" name="Rechteck 14">
            <a:extLst>
              <a:ext uri="{FF2B5EF4-FFF2-40B4-BE49-F238E27FC236}">
                <a16:creationId xmlns:a16="http://schemas.microsoft.com/office/drawing/2014/main" id="{03C0E12E-10EB-C4C2-634C-7C569EF74C4C}"/>
              </a:ext>
            </a:extLst>
          </p:cNvPr>
          <p:cNvSpPr/>
          <p:nvPr/>
        </p:nvSpPr>
        <p:spPr>
          <a:xfrm>
            <a:off x="10933468" y="3044297"/>
            <a:ext cx="708464" cy="450000"/>
          </a:xfrm>
          <a:prstGeom prst="rect">
            <a:avLst/>
          </a:prstGeom>
          <a:solidFill>
            <a:schemeClr val="tx1"/>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bg1"/>
                </a:solidFill>
                <a:latin typeface="Sparkasse Rg" panose="020B0504050602020204" pitchFamily="34" charset="0"/>
                <a:cs typeface="Arial" panose="020B0604020202020204" pitchFamily="34" charset="0"/>
              </a:rPr>
              <a:t>Schwarz</a:t>
            </a:r>
          </a:p>
        </p:txBody>
      </p:sp>
      <p:sp>
        <p:nvSpPr>
          <p:cNvPr id="16" name="Rechteck 15">
            <a:extLst>
              <a:ext uri="{FF2B5EF4-FFF2-40B4-BE49-F238E27FC236}">
                <a16:creationId xmlns:a16="http://schemas.microsoft.com/office/drawing/2014/main" id="{2C8B7C76-7FAD-F033-793C-CFF9EB2B0B70}"/>
              </a:ext>
            </a:extLst>
          </p:cNvPr>
          <p:cNvSpPr/>
          <p:nvPr/>
        </p:nvSpPr>
        <p:spPr>
          <a:xfrm>
            <a:off x="8503249" y="3044297"/>
            <a:ext cx="708464" cy="450000"/>
          </a:xfrm>
          <a:prstGeom prst="rect">
            <a:avLst/>
          </a:prstGeom>
          <a:solidFill>
            <a:srgbClr val="999999"/>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bg1"/>
                </a:solidFill>
                <a:latin typeface="Sparkasse Rg" panose="020B0504050602020204" pitchFamily="34" charset="0"/>
                <a:cs typeface="Arial" panose="020B0604020202020204" pitchFamily="34" charset="0"/>
              </a:rPr>
              <a:t>Sparkassen-Grau 6</a:t>
            </a:r>
          </a:p>
        </p:txBody>
      </p:sp>
      <p:sp>
        <p:nvSpPr>
          <p:cNvPr id="17" name="Rechteck 16">
            <a:extLst>
              <a:ext uri="{FF2B5EF4-FFF2-40B4-BE49-F238E27FC236}">
                <a16:creationId xmlns:a16="http://schemas.microsoft.com/office/drawing/2014/main" id="{8E8E3FFD-74EF-5AA4-C224-E76D0501D282}"/>
              </a:ext>
            </a:extLst>
          </p:cNvPr>
          <p:cNvSpPr/>
          <p:nvPr/>
        </p:nvSpPr>
        <p:spPr>
          <a:xfrm>
            <a:off x="3606330" y="3044297"/>
            <a:ext cx="708464" cy="450000"/>
          </a:xfrm>
          <a:prstGeom prst="rect">
            <a:avLst/>
          </a:prstGeom>
          <a:solidFill>
            <a:srgbClr val="F0F0F0"/>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Sparkassen-Hellgrau</a:t>
            </a:r>
          </a:p>
        </p:txBody>
      </p:sp>
      <p:sp>
        <p:nvSpPr>
          <p:cNvPr id="18" name="Rechteck 17">
            <a:extLst>
              <a:ext uri="{FF2B5EF4-FFF2-40B4-BE49-F238E27FC236}">
                <a16:creationId xmlns:a16="http://schemas.microsoft.com/office/drawing/2014/main" id="{567A8C23-FCDF-B424-94BF-E642D46B39CE}"/>
              </a:ext>
            </a:extLst>
          </p:cNvPr>
          <p:cNvSpPr/>
          <p:nvPr/>
        </p:nvSpPr>
        <p:spPr>
          <a:xfrm>
            <a:off x="4434859" y="3044297"/>
            <a:ext cx="708464" cy="450000"/>
          </a:xfrm>
          <a:prstGeom prst="rect">
            <a:avLst/>
          </a:prstGeom>
          <a:solidFill>
            <a:srgbClr val="E9E9E9"/>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Sparkassen-Grau 1</a:t>
            </a:r>
          </a:p>
        </p:txBody>
      </p:sp>
      <p:sp>
        <p:nvSpPr>
          <p:cNvPr id="19" name="Rechteck 18">
            <a:extLst>
              <a:ext uri="{FF2B5EF4-FFF2-40B4-BE49-F238E27FC236}">
                <a16:creationId xmlns:a16="http://schemas.microsoft.com/office/drawing/2014/main" id="{B78C8301-9966-50A6-2FDE-5F579E92CF48}"/>
              </a:ext>
            </a:extLst>
          </p:cNvPr>
          <p:cNvSpPr/>
          <p:nvPr/>
        </p:nvSpPr>
        <p:spPr>
          <a:xfrm>
            <a:off x="5246071" y="3044297"/>
            <a:ext cx="708464" cy="450000"/>
          </a:xfrm>
          <a:prstGeom prst="rect">
            <a:avLst/>
          </a:prstGeom>
          <a:solidFill>
            <a:srgbClr val="E3E3E3"/>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Sparkassen-Grau 2</a:t>
            </a:r>
          </a:p>
        </p:txBody>
      </p:sp>
      <p:sp>
        <p:nvSpPr>
          <p:cNvPr id="20" name="Rechteck 19">
            <a:extLst>
              <a:ext uri="{FF2B5EF4-FFF2-40B4-BE49-F238E27FC236}">
                <a16:creationId xmlns:a16="http://schemas.microsoft.com/office/drawing/2014/main" id="{69BF6F60-09EE-1E94-1BC5-93075DF63003}"/>
              </a:ext>
            </a:extLst>
          </p:cNvPr>
          <p:cNvSpPr/>
          <p:nvPr/>
        </p:nvSpPr>
        <p:spPr>
          <a:xfrm>
            <a:off x="9311047" y="3579978"/>
            <a:ext cx="708464" cy="450000"/>
          </a:xfrm>
          <a:prstGeom prst="rect">
            <a:avLst/>
          </a:prstGeom>
          <a:solidFill>
            <a:srgbClr val="8CD000"/>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Sparkassen-Hellgrün</a:t>
            </a:r>
          </a:p>
        </p:txBody>
      </p:sp>
      <p:sp>
        <p:nvSpPr>
          <p:cNvPr id="21" name="Rechteck 20">
            <a:extLst>
              <a:ext uri="{FF2B5EF4-FFF2-40B4-BE49-F238E27FC236}">
                <a16:creationId xmlns:a16="http://schemas.microsoft.com/office/drawing/2014/main" id="{36CD0429-2419-1927-C09E-12AB63612C9E}"/>
              </a:ext>
            </a:extLst>
          </p:cNvPr>
          <p:cNvSpPr/>
          <p:nvPr/>
        </p:nvSpPr>
        <p:spPr>
          <a:xfrm>
            <a:off x="6053084" y="3579978"/>
            <a:ext cx="708464" cy="450000"/>
          </a:xfrm>
          <a:prstGeom prst="rect">
            <a:avLst/>
          </a:prstGeom>
          <a:solidFill>
            <a:srgbClr val="9B348E"/>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bg1"/>
                </a:solidFill>
                <a:latin typeface="Sparkasse Rg" panose="020B0504050602020204" pitchFamily="34" charset="0"/>
                <a:cs typeface="Arial" panose="020B0604020202020204" pitchFamily="34" charset="0"/>
              </a:rPr>
              <a:t>Sparkassen-Violet</a:t>
            </a:r>
          </a:p>
        </p:txBody>
      </p:sp>
      <p:sp>
        <p:nvSpPr>
          <p:cNvPr id="22" name="Rechteck 21">
            <a:extLst>
              <a:ext uri="{FF2B5EF4-FFF2-40B4-BE49-F238E27FC236}">
                <a16:creationId xmlns:a16="http://schemas.microsoft.com/office/drawing/2014/main" id="{B77C457C-0280-AAD9-530E-6567F5A3F288}"/>
              </a:ext>
            </a:extLst>
          </p:cNvPr>
          <p:cNvSpPr/>
          <p:nvPr/>
        </p:nvSpPr>
        <p:spPr>
          <a:xfrm>
            <a:off x="6881613" y="3579978"/>
            <a:ext cx="708464" cy="450000"/>
          </a:xfrm>
          <a:prstGeom prst="rect">
            <a:avLst/>
          </a:prstGeom>
          <a:solidFill>
            <a:srgbClr val="2C57D2"/>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bg1"/>
                </a:solidFill>
                <a:latin typeface="Sparkasse Rg" panose="020B0504050602020204" pitchFamily="34" charset="0"/>
                <a:cs typeface="Arial" panose="020B0604020202020204" pitchFamily="34" charset="0"/>
              </a:rPr>
              <a:t>Sparkassen-Dunkelblau</a:t>
            </a:r>
          </a:p>
        </p:txBody>
      </p:sp>
      <p:sp>
        <p:nvSpPr>
          <p:cNvPr id="23" name="Rechteck 22">
            <a:extLst>
              <a:ext uri="{FF2B5EF4-FFF2-40B4-BE49-F238E27FC236}">
                <a16:creationId xmlns:a16="http://schemas.microsoft.com/office/drawing/2014/main" id="{5281EEBB-6F0F-0300-FB7B-38CD56629085}"/>
              </a:ext>
            </a:extLst>
          </p:cNvPr>
          <p:cNvSpPr/>
          <p:nvPr/>
        </p:nvSpPr>
        <p:spPr>
          <a:xfrm>
            <a:off x="7692824" y="3579978"/>
            <a:ext cx="708464" cy="450000"/>
          </a:xfrm>
          <a:prstGeom prst="rect">
            <a:avLst/>
          </a:prstGeom>
          <a:solidFill>
            <a:srgbClr val="00ACD3"/>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bg1"/>
                </a:solidFill>
                <a:latin typeface="Sparkasse Rg" panose="020B0504050602020204" pitchFamily="34" charset="0"/>
                <a:cs typeface="Arial" panose="020B0604020202020204" pitchFamily="34" charset="0"/>
              </a:rPr>
              <a:t>Sparkassen-Hellblau</a:t>
            </a:r>
          </a:p>
        </p:txBody>
      </p:sp>
      <p:sp>
        <p:nvSpPr>
          <p:cNvPr id="24" name="Rechteck 23">
            <a:extLst>
              <a:ext uri="{FF2B5EF4-FFF2-40B4-BE49-F238E27FC236}">
                <a16:creationId xmlns:a16="http://schemas.microsoft.com/office/drawing/2014/main" id="{2FF6841D-BB01-4506-C609-5624C84E88D4}"/>
              </a:ext>
            </a:extLst>
          </p:cNvPr>
          <p:cNvSpPr/>
          <p:nvPr/>
        </p:nvSpPr>
        <p:spPr>
          <a:xfrm>
            <a:off x="8503249" y="3579978"/>
            <a:ext cx="708464" cy="450000"/>
          </a:xfrm>
          <a:prstGeom prst="rect">
            <a:avLst/>
          </a:prstGeom>
          <a:solidFill>
            <a:srgbClr val="009864"/>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bg1"/>
                </a:solidFill>
                <a:latin typeface="Sparkasse Rg" panose="020B0504050602020204" pitchFamily="34" charset="0"/>
                <a:cs typeface="Arial" panose="020B0604020202020204" pitchFamily="34" charset="0"/>
              </a:rPr>
              <a:t>Sparkassen-Dunkelgrün</a:t>
            </a:r>
          </a:p>
        </p:txBody>
      </p:sp>
      <p:sp>
        <p:nvSpPr>
          <p:cNvPr id="25" name="Rechteck 24">
            <a:extLst>
              <a:ext uri="{FF2B5EF4-FFF2-40B4-BE49-F238E27FC236}">
                <a16:creationId xmlns:a16="http://schemas.microsoft.com/office/drawing/2014/main" id="{6C91676B-3ED4-646C-7ECC-4BE5F8DC9F01}"/>
              </a:ext>
            </a:extLst>
          </p:cNvPr>
          <p:cNvSpPr/>
          <p:nvPr/>
        </p:nvSpPr>
        <p:spPr>
          <a:xfrm>
            <a:off x="3606330" y="3579978"/>
            <a:ext cx="708464" cy="450000"/>
          </a:xfrm>
          <a:prstGeom prst="rect">
            <a:avLst/>
          </a:prstGeom>
          <a:solidFill>
            <a:srgbClr val="FFC900"/>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Sparkassen-Gelb</a:t>
            </a:r>
          </a:p>
        </p:txBody>
      </p:sp>
      <p:sp>
        <p:nvSpPr>
          <p:cNvPr id="26" name="Rechteck 25">
            <a:extLst>
              <a:ext uri="{FF2B5EF4-FFF2-40B4-BE49-F238E27FC236}">
                <a16:creationId xmlns:a16="http://schemas.microsoft.com/office/drawing/2014/main" id="{114CE0AD-96C6-A5B5-1A5C-F37F43F05597}"/>
              </a:ext>
            </a:extLst>
          </p:cNvPr>
          <p:cNvSpPr/>
          <p:nvPr/>
        </p:nvSpPr>
        <p:spPr>
          <a:xfrm>
            <a:off x="4434859" y="3579978"/>
            <a:ext cx="708464" cy="450000"/>
          </a:xfrm>
          <a:prstGeom prst="rect">
            <a:avLst/>
          </a:prstGeom>
          <a:solidFill>
            <a:srgbClr val="FF8F00"/>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Sparkassen-Orange</a:t>
            </a:r>
          </a:p>
        </p:txBody>
      </p:sp>
      <p:sp>
        <p:nvSpPr>
          <p:cNvPr id="27" name="Rechteck 26">
            <a:extLst>
              <a:ext uri="{FF2B5EF4-FFF2-40B4-BE49-F238E27FC236}">
                <a16:creationId xmlns:a16="http://schemas.microsoft.com/office/drawing/2014/main" id="{3BBF977D-E69B-425A-95FF-DBE5A3FC6AA3}"/>
              </a:ext>
            </a:extLst>
          </p:cNvPr>
          <p:cNvSpPr/>
          <p:nvPr/>
        </p:nvSpPr>
        <p:spPr>
          <a:xfrm>
            <a:off x="5246071" y="3579978"/>
            <a:ext cx="708464" cy="450000"/>
          </a:xfrm>
          <a:prstGeom prst="rect">
            <a:avLst/>
          </a:prstGeom>
          <a:solidFill>
            <a:srgbClr val="EE0000"/>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bg1"/>
                </a:solidFill>
                <a:latin typeface="Sparkasse Rg" panose="020B0504050602020204" pitchFamily="34" charset="0"/>
                <a:cs typeface="Arial" panose="020B0604020202020204" pitchFamily="34" charset="0"/>
              </a:rPr>
              <a:t>Sparkassen-</a:t>
            </a:r>
            <a:br>
              <a:rPr lang="de-DE" sz="700" dirty="0">
                <a:solidFill>
                  <a:schemeClr val="bg1"/>
                </a:solidFill>
                <a:latin typeface="Sparkasse Rg" panose="020B0504050602020204" pitchFamily="34" charset="0"/>
                <a:cs typeface="Arial" panose="020B0604020202020204" pitchFamily="34" charset="0"/>
              </a:rPr>
            </a:br>
            <a:r>
              <a:rPr lang="de-DE" sz="700" dirty="0">
                <a:solidFill>
                  <a:schemeClr val="bg1"/>
                </a:solidFill>
                <a:latin typeface="Sparkasse Rg" panose="020B0504050602020204" pitchFamily="34" charset="0"/>
                <a:cs typeface="Arial" panose="020B0604020202020204" pitchFamily="34" charset="0"/>
              </a:rPr>
              <a:t>Rot</a:t>
            </a:r>
          </a:p>
        </p:txBody>
      </p:sp>
      <p:sp>
        <p:nvSpPr>
          <p:cNvPr id="28" name="Rechteck 27">
            <a:extLst>
              <a:ext uri="{FF2B5EF4-FFF2-40B4-BE49-F238E27FC236}">
                <a16:creationId xmlns:a16="http://schemas.microsoft.com/office/drawing/2014/main" id="{27D8362C-E89B-12A0-AE4F-9A80013E838F}"/>
              </a:ext>
            </a:extLst>
          </p:cNvPr>
          <p:cNvSpPr/>
          <p:nvPr/>
        </p:nvSpPr>
        <p:spPr>
          <a:xfrm>
            <a:off x="9311047" y="4115659"/>
            <a:ext cx="708464" cy="450000"/>
          </a:xfrm>
          <a:prstGeom prst="rect">
            <a:avLst/>
          </a:prstGeom>
          <a:solidFill>
            <a:srgbClr val="BAE366"/>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Sparkassen-Hellgrün hell</a:t>
            </a:r>
          </a:p>
        </p:txBody>
      </p:sp>
      <p:sp>
        <p:nvSpPr>
          <p:cNvPr id="29" name="Rechteck 28">
            <a:extLst>
              <a:ext uri="{FF2B5EF4-FFF2-40B4-BE49-F238E27FC236}">
                <a16:creationId xmlns:a16="http://schemas.microsoft.com/office/drawing/2014/main" id="{1B6E96DA-1BBD-F82A-3AC5-22A78526395B}"/>
              </a:ext>
            </a:extLst>
          </p:cNvPr>
          <p:cNvSpPr/>
          <p:nvPr/>
        </p:nvSpPr>
        <p:spPr>
          <a:xfrm>
            <a:off x="6053084" y="4115659"/>
            <a:ext cx="708464" cy="450000"/>
          </a:xfrm>
          <a:prstGeom prst="rect">
            <a:avLst/>
          </a:prstGeom>
          <a:solidFill>
            <a:srgbClr val="C385BB"/>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bg1"/>
                </a:solidFill>
                <a:latin typeface="Sparkasse Rg" panose="020B0504050602020204" pitchFamily="34" charset="0"/>
                <a:cs typeface="Arial" panose="020B0604020202020204" pitchFamily="34" charset="0"/>
              </a:rPr>
              <a:t>Sparkassen-Violet hell</a:t>
            </a:r>
          </a:p>
        </p:txBody>
      </p:sp>
      <p:sp>
        <p:nvSpPr>
          <p:cNvPr id="30" name="Rechteck 29">
            <a:extLst>
              <a:ext uri="{FF2B5EF4-FFF2-40B4-BE49-F238E27FC236}">
                <a16:creationId xmlns:a16="http://schemas.microsoft.com/office/drawing/2014/main" id="{5424FDD4-C97D-39E1-8967-ACB6B439BB85}"/>
              </a:ext>
            </a:extLst>
          </p:cNvPr>
          <p:cNvSpPr/>
          <p:nvPr/>
        </p:nvSpPr>
        <p:spPr>
          <a:xfrm>
            <a:off x="6881613" y="4115659"/>
            <a:ext cx="708464" cy="450000"/>
          </a:xfrm>
          <a:prstGeom prst="rect">
            <a:avLst/>
          </a:prstGeom>
          <a:solidFill>
            <a:srgbClr val="809AE4"/>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bg1"/>
                </a:solidFill>
                <a:latin typeface="Sparkasse Rg" panose="020B0504050602020204" pitchFamily="34" charset="0"/>
                <a:cs typeface="Arial" panose="020B0604020202020204" pitchFamily="34" charset="0"/>
              </a:rPr>
              <a:t>Sparkassen-Dunkelblau hell</a:t>
            </a:r>
          </a:p>
        </p:txBody>
      </p:sp>
      <p:sp>
        <p:nvSpPr>
          <p:cNvPr id="31" name="Rechteck 30">
            <a:extLst>
              <a:ext uri="{FF2B5EF4-FFF2-40B4-BE49-F238E27FC236}">
                <a16:creationId xmlns:a16="http://schemas.microsoft.com/office/drawing/2014/main" id="{51F0257A-1EE2-3DD9-7E5C-51AF49F3B68E}"/>
              </a:ext>
            </a:extLst>
          </p:cNvPr>
          <p:cNvSpPr/>
          <p:nvPr/>
        </p:nvSpPr>
        <p:spPr>
          <a:xfrm>
            <a:off x="7692824" y="4115659"/>
            <a:ext cx="708464" cy="450000"/>
          </a:xfrm>
          <a:prstGeom prst="rect">
            <a:avLst/>
          </a:prstGeom>
          <a:solidFill>
            <a:srgbClr val="66CDE5"/>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Sparkassen-Hellblau hell</a:t>
            </a:r>
          </a:p>
        </p:txBody>
      </p:sp>
      <p:sp>
        <p:nvSpPr>
          <p:cNvPr id="32" name="Rechteck 31">
            <a:extLst>
              <a:ext uri="{FF2B5EF4-FFF2-40B4-BE49-F238E27FC236}">
                <a16:creationId xmlns:a16="http://schemas.microsoft.com/office/drawing/2014/main" id="{02A73534-B6D9-4B53-609D-7FA3EA878B70}"/>
              </a:ext>
            </a:extLst>
          </p:cNvPr>
          <p:cNvSpPr/>
          <p:nvPr/>
        </p:nvSpPr>
        <p:spPr>
          <a:xfrm>
            <a:off x="8503249" y="4115659"/>
            <a:ext cx="708464" cy="450000"/>
          </a:xfrm>
          <a:prstGeom prst="rect">
            <a:avLst/>
          </a:prstGeom>
          <a:solidFill>
            <a:srgbClr val="66C1A2"/>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Sparkassen-Dunkelgrün hell</a:t>
            </a:r>
          </a:p>
        </p:txBody>
      </p:sp>
      <p:sp>
        <p:nvSpPr>
          <p:cNvPr id="33" name="Rechteck 32">
            <a:extLst>
              <a:ext uri="{FF2B5EF4-FFF2-40B4-BE49-F238E27FC236}">
                <a16:creationId xmlns:a16="http://schemas.microsoft.com/office/drawing/2014/main" id="{2FE56820-D9AB-8CB1-844F-702F6B63E36E}"/>
              </a:ext>
            </a:extLst>
          </p:cNvPr>
          <p:cNvSpPr/>
          <p:nvPr/>
        </p:nvSpPr>
        <p:spPr>
          <a:xfrm>
            <a:off x="3606330" y="4115659"/>
            <a:ext cx="708464" cy="450000"/>
          </a:xfrm>
          <a:prstGeom prst="rect">
            <a:avLst/>
          </a:prstGeom>
          <a:solidFill>
            <a:srgbClr val="FFDF66"/>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Sparkassen-Gelb hell</a:t>
            </a:r>
          </a:p>
        </p:txBody>
      </p:sp>
      <p:sp>
        <p:nvSpPr>
          <p:cNvPr id="34" name="Rechteck 33">
            <a:extLst>
              <a:ext uri="{FF2B5EF4-FFF2-40B4-BE49-F238E27FC236}">
                <a16:creationId xmlns:a16="http://schemas.microsoft.com/office/drawing/2014/main" id="{209F5B07-B5F2-D224-B1AF-341BDEE4510D}"/>
              </a:ext>
            </a:extLst>
          </p:cNvPr>
          <p:cNvSpPr/>
          <p:nvPr/>
        </p:nvSpPr>
        <p:spPr>
          <a:xfrm>
            <a:off x="4434859" y="4115659"/>
            <a:ext cx="708464" cy="450000"/>
          </a:xfrm>
          <a:prstGeom prst="rect">
            <a:avLst/>
          </a:prstGeom>
          <a:solidFill>
            <a:srgbClr val="FFBC66"/>
          </a:solidFill>
          <a:ln w="190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de-DE" sz="700" dirty="0">
                <a:solidFill>
                  <a:schemeClr val="tx1"/>
                </a:solidFill>
                <a:latin typeface="Sparkasse Rg" panose="020B0504050602020204" pitchFamily="34" charset="0"/>
                <a:cs typeface="Arial" panose="020B0604020202020204" pitchFamily="34" charset="0"/>
              </a:rPr>
              <a:t>Sparkassen-Orange hell</a:t>
            </a:r>
          </a:p>
        </p:txBody>
      </p:sp>
      <p:sp>
        <p:nvSpPr>
          <p:cNvPr id="35" name="Textfeld 34">
            <a:extLst>
              <a:ext uri="{FF2B5EF4-FFF2-40B4-BE49-F238E27FC236}">
                <a16:creationId xmlns:a16="http://schemas.microsoft.com/office/drawing/2014/main" id="{FDAAC9A5-868F-8EBD-652D-4A6C2F58EA86}"/>
              </a:ext>
            </a:extLst>
          </p:cNvPr>
          <p:cNvSpPr txBox="1"/>
          <p:nvPr/>
        </p:nvSpPr>
        <p:spPr>
          <a:xfrm>
            <a:off x="3606330" y="1566408"/>
            <a:ext cx="2773345" cy="226024"/>
          </a:xfrm>
          <a:prstGeom prst="rect">
            <a:avLst/>
          </a:prstGeom>
          <a:noFill/>
        </p:spPr>
        <p:txBody>
          <a:bodyPr wrap="square" lIns="0" tIns="0" rIns="0" bIns="0" rtlCol="0">
            <a:spAutoFit/>
          </a:bodyPr>
          <a:lstStyle/>
          <a:p>
            <a:pPr algn="l">
              <a:lnSpc>
                <a:spcPct val="114000"/>
              </a:lnSpc>
            </a:pPr>
            <a:r>
              <a:rPr lang="de-DE" sz="1400" dirty="0">
                <a:latin typeface="Sparkasse Medium" panose="020B0603080202020204" pitchFamily="34" charset="0"/>
              </a:rPr>
              <a:t>Primärfarben</a:t>
            </a:r>
          </a:p>
        </p:txBody>
      </p:sp>
      <p:sp>
        <p:nvSpPr>
          <p:cNvPr id="36" name="Textfeld 35">
            <a:extLst>
              <a:ext uri="{FF2B5EF4-FFF2-40B4-BE49-F238E27FC236}">
                <a16:creationId xmlns:a16="http://schemas.microsoft.com/office/drawing/2014/main" id="{94D5A1F9-95B2-3F10-D63C-BA9BA12D723A}"/>
              </a:ext>
            </a:extLst>
          </p:cNvPr>
          <p:cNvSpPr txBox="1"/>
          <p:nvPr/>
        </p:nvSpPr>
        <p:spPr>
          <a:xfrm>
            <a:off x="3606330" y="2710042"/>
            <a:ext cx="2773345" cy="226024"/>
          </a:xfrm>
          <a:prstGeom prst="rect">
            <a:avLst/>
          </a:prstGeom>
          <a:noFill/>
        </p:spPr>
        <p:txBody>
          <a:bodyPr wrap="square" lIns="0" tIns="0" rIns="0" bIns="0" rtlCol="0">
            <a:spAutoFit/>
          </a:bodyPr>
          <a:lstStyle/>
          <a:p>
            <a:pPr algn="l">
              <a:lnSpc>
                <a:spcPct val="114000"/>
              </a:lnSpc>
            </a:pPr>
            <a:r>
              <a:rPr lang="de-DE" sz="1400" dirty="0">
                <a:latin typeface="Sparkasse Medium" panose="020B0603080202020204" pitchFamily="34" charset="0"/>
              </a:rPr>
              <a:t>Benutzerdefiniere Farben</a:t>
            </a:r>
          </a:p>
        </p:txBody>
      </p:sp>
      <p:sp>
        <p:nvSpPr>
          <p:cNvPr id="37" name="Rechteck 36">
            <a:extLst>
              <a:ext uri="{FF2B5EF4-FFF2-40B4-BE49-F238E27FC236}">
                <a16:creationId xmlns:a16="http://schemas.microsoft.com/office/drawing/2014/main" id="{4EF00A11-C6E3-0D15-7C4C-99A5B06D55A2}"/>
              </a:ext>
            </a:extLst>
          </p:cNvPr>
          <p:cNvSpPr/>
          <p:nvPr/>
        </p:nvSpPr>
        <p:spPr>
          <a:xfrm>
            <a:off x="6055690" y="1885500"/>
            <a:ext cx="709177" cy="504000"/>
          </a:xfrm>
          <a:prstGeom prst="rect">
            <a:avLst/>
          </a:prstGeom>
          <a:solidFill>
            <a:srgbClr val="D9D9D9"/>
          </a:solidFill>
          <a:ln w="190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solidFill>
                  <a:schemeClr val="tx1"/>
                </a:solidFill>
                <a:latin typeface="Sparkasse Rg" panose="020B0504050602020204" pitchFamily="34" charset="0"/>
                <a:cs typeface="Arial" panose="020B0604020202020204" pitchFamily="34" charset="0"/>
              </a:rPr>
              <a:t>Sparkassen-Grau 3</a:t>
            </a:r>
          </a:p>
        </p:txBody>
      </p:sp>
      <p:sp>
        <p:nvSpPr>
          <p:cNvPr id="38" name="Rechteck 37">
            <a:extLst>
              <a:ext uri="{FF2B5EF4-FFF2-40B4-BE49-F238E27FC236}">
                <a16:creationId xmlns:a16="http://schemas.microsoft.com/office/drawing/2014/main" id="{4B8C422D-9F21-62FF-8C17-D9E1B16BD5D9}"/>
              </a:ext>
            </a:extLst>
          </p:cNvPr>
          <p:cNvSpPr/>
          <p:nvPr/>
        </p:nvSpPr>
        <p:spPr>
          <a:xfrm>
            <a:off x="4431540" y="1885967"/>
            <a:ext cx="709177" cy="504000"/>
          </a:xfrm>
          <a:prstGeom prst="rect">
            <a:avLst/>
          </a:prstGeom>
          <a:solidFill>
            <a:srgbClr val="EE0000"/>
          </a:solidFill>
          <a:ln w="190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effectLst/>
                <a:latin typeface="Sparkasse Rg" panose="020B0504050602020204" pitchFamily="34" charset="0"/>
              </a:rPr>
              <a:t>Sparkassen-Rot</a:t>
            </a:r>
          </a:p>
        </p:txBody>
      </p:sp>
      <p:sp>
        <p:nvSpPr>
          <p:cNvPr id="39" name="Rechteck 38">
            <a:extLst>
              <a:ext uri="{FF2B5EF4-FFF2-40B4-BE49-F238E27FC236}">
                <a16:creationId xmlns:a16="http://schemas.microsoft.com/office/drawing/2014/main" id="{1E8E0AE1-EA25-E7CA-A45B-3227720641C2}"/>
              </a:ext>
            </a:extLst>
          </p:cNvPr>
          <p:cNvSpPr/>
          <p:nvPr/>
        </p:nvSpPr>
        <p:spPr>
          <a:xfrm>
            <a:off x="3606330" y="1885967"/>
            <a:ext cx="709177" cy="504000"/>
          </a:xfrm>
          <a:prstGeom prst="rect">
            <a:avLst/>
          </a:prstGeom>
          <a:solidFill>
            <a:schemeClr val="bg1"/>
          </a:solidFill>
          <a:ln w="1905">
            <a:solidFill>
              <a:srgbClr val="44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solidFill>
                  <a:schemeClr val="tx1"/>
                </a:solidFill>
                <a:latin typeface="Sparkasse Rg" panose="020B0504050602020204" pitchFamily="34" charset="0"/>
                <a:cs typeface="Arial" panose="020B0604020202020204" pitchFamily="34" charset="0"/>
              </a:rPr>
              <a:t>Weiß</a:t>
            </a:r>
          </a:p>
        </p:txBody>
      </p:sp>
      <p:sp>
        <p:nvSpPr>
          <p:cNvPr id="40" name="Rechteck 39">
            <a:extLst>
              <a:ext uri="{FF2B5EF4-FFF2-40B4-BE49-F238E27FC236}">
                <a16:creationId xmlns:a16="http://schemas.microsoft.com/office/drawing/2014/main" id="{2E475046-46A9-5AA2-99E5-B34F1091D56B}"/>
              </a:ext>
            </a:extLst>
          </p:cNvPr>
          <p:cNvSpPr/>
          <p:nvPr/>
        </p:nvSpPr>
        <p:spPr>
          <a:xfrm>
            <a:off x="6880900" y="1885967"/>
            <a:ext cx="709177" cy="504000"/>
          </a:xfrm>
          <a:prstGeom prst="rect">
            <a:avLst/>
          </a:prstGeom>
          <a:solidFill>
            <a:schemeClr val="tx1"/>
          </a:solidFill>
          <a:ln w="190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solidFill>
                  <a:schemeClr val="bg1"/>
                </a:solidFill>
                <a:latin typeface="Sparkasse Rg" panose="020B0504050602020204" pitchFamily="34" charset="0"/>
                <a:cs typeface="Arial" panose="020B0604020202020204" pitchFamily="34" charset="0"/>
              </a:rPr>
              <a:t>Schwarz</a:t>
            </a:r>
          </a:p>
        </p:txBody>
      </p:sp>
      <p:sp>
        <p:nvSpPr>
          <p:cNvPr id="41" name="Rechteck 40">
            <a:extLst>
              <a:ext uri="{FF2B5EF4-FFF2-40B4-BE49-F238E27FC236}">
                <a16:creationId xmlns:a16="http://schemas.microsoft.com/office/drawing/2014/main" id="{29D1DFE8-BEE0-8A88-B48D-2827B2B41752}"/>
              </a:ext>
            </a:extLst>
          </p:cNvPr>
          <p:cNvSpPr/>
          <p:nvPr/>
        </p:nvSpPr>
        <p:spPr>
          <a:xfrm>
            <a:off x="5243615" y="1885967"/>
            <a:ext cx="709177" cy="504000"/>
          </a:xfrm>
          <a:prstGeom prst="rect">
            <a:avLst/>
          </a:prstGeom>
          <a:solidFill>
            <a:srgbClr val="666666"/>
          </a:solidFill>
          <a:ln w="190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solidFill>
                  <a:schemeClr val="bg1"/>
                </a:solidFill>
                <a:latin typeface="Sparkasse Rg" panose="020B0504050602020204" pitchFamily="34" charset="0"/>
                <a:cs typeface="Arial" panose="020B0604020202020204" pitchFamily="34" charset="0"/>
              </a:rPr>
              <a:t>Sparkassen-Dunkelgrau 1</a:t>
            </a:r>
          </a:p>
        </p:txBody>
      </p:sp>
      <p:pic>
        <p:nvPicPr>
          <p:cNvPr id="42" name="Grafik 41">
            <a:extLst>
              <a:ext uri="{FF2B5EF4-FFF2-40B4-BE49-F238E27FC236}">
                <a16:creationId xmlns:a16="http://schemas.microsoft.com/office/drawing/2014/main" id="{A73A3F2D-3B44-EB8F-1C8B-7EC5B5B051B0}"/>
              </a:ext>
            </a:extLst>
          </p:cNvPr>
          <p:cNvPicPr>
            <a:picLocks noChangeAspect="1"/>
          </p:cNvPicPr>
          <p:nvPr/>
        </p:nvPicPr>
        <p:blipFill rotWithShape="1">
          <a:blip r:embed="rId2">
            <a:extLst>
              <a:ext uri="{28A0092B-C50C-407E-A947-70E740481C1C}">
                <a14:useLocalDpi xmlns:a14="http://schemas.microsoft.com/office/drawing/2010/main" val="0"/>
              </a:ext>
            </a:extLst>
          </a:blip>
          <a:srcRect l="-9615"/>
          <a:stretch/>
        </p:blipFill>
        <p:spPr>
          <a:xfrm>
            <a:off x="1006369" y="1599066"/>
            <a:ext cx="1828271" cy="3316936"/>
          </a:xfrm>
          <a:prstGeom prst="rect">
            <a:avLst/>
          </a:prstGeom>
          <a:ln>
            <a:noFill/>
          </a:ln>
        </p:spPr>
      </p:pic>
      <p:sp>
        <p:nvSpPr>
          <p:cNvPr id="43" name="Freihandform: Form 42">
            <a:extLst>
              <a:ext uri="{FF2B5EF4-FFF2-40B4-BE49-F238E27FC236}">
                <a16:creationId xmlns:a16="http://schemas.microsoft.com/office/drawing/2014/main" id="{F3169B72-38E8-C241-56B0-352E4D1D4362}"/>
              </a:ext>
            </a:extLst>
          </p:cNvPr>
          <p:cNvSpPr/>
          <p:nvPr/>
        </p:nvSpPr>
        <p:spPr>
          <a:xfrm>
            <a:off x="1726957" y="2248671"/>
            <a:ext cx="994075" cy="494009"/>
          </a:xfrm>
          <a:custGeom>
            <a:avLst/>
            <a:gdLst>
              <a:gd name="connsiteX0" fmla="*/ 4787 w 859344"/>
              <a:gd name="connsiteY0" fmla="*/ 0 h 428475"/>
              <a:gd name="connsiteX1" fmla="*/ 859344 w 859344"/>
              <a:gd name="connsiteY1" fmla="*/ 0 h 428475"/>
              <a:gd name="connsiteX2" fmla="*/ 0 w 859344"/>
              <a:gd name="connsiteY2" fmla="*/ 428475 h 428475"/>
              <a:gd name="connsiteX3" fmla="*/ 840194 w 859344"/>
              <a:gd name="connsiteY3" fmla="*/ 428475 h 428475"/>
            </a:gdLst>
            <a:ahLst/>
            <a:cxnLst>
              <a:cxn ang="0">
                <a:pos x="connsiteX0" y="connsiteY0"/>
              </a:cxn>
              <a:cxn ang="0">
                <a:pos x="connsiteX1" y="connsiteY1"/>
              </a:cxn>
              <a:cxn ang="0">
                <a:pos x="connsiteX2" y="connsiteY2"/>
              </a:cxn>
              <a:cxn ang="0">
                <a:pos x="connsiteX3" y="connsiteY3"/>
              </a:cxn>
            </a:cxnLst>
            <a:rect l="l" t="t" r="r" b="b"/>
            <a:pathLst>
              <a:path w="859344" h="428475">
                <a:moveTo>
                  <a:pt x="4787" y="0"/>
                </a:moveTo>
                <a:lnTo>
                  <a:pt x="859344" y="0"/>
                </a:lnTo>
                <a:lnTo>
                  <a:pt x="0" y="428475"/>
                </a:lnTo>
                <a:lnTo>
                  <a:pt x="840194" y="428475"/>
                </a:ln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4" name="Gerader Verbinder 43">
            <a:extLst>
              <a:ext uri="{FF2B5EF4-FFF2-40B4-BE49-F238E27FC236}">
                <a16:creationId xmlns:a16="http://schemas.microsoft.com/office/drawing/2014/main" id="{C079F626-F2CE-FF29-F209-19F8C8B36EF7}"/>
              </a:ext>
            </a:extLst>
          </p:cNvPr>
          <p:cNvCxnSpPr>
            <a:cxnSpLocks/>
          </p:cNvCxnSpPr>
          <p:nvPr/>
        </p:nvCxnSpPr>
        <p:spPr>
          <a:xfrm>
            <a:off x="1267464" y="4148317"/>
            <a:ext cx="1453569"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5" name="Textfeld 44">
            <a:extLst>
              <a:ext uri="{FF2B5EF4-FFF2-40B4-BE49-F238E27FC236}">
                <a16:creationId xmlns:a16="http://schemas.microsoft.com/office/drawing/2014/main" id="{581B72A9-E77F-E15C-7C04-64B52FE4AC16}"/>
              </a:ext>
            </a:extLst>
          </p:cNvPr>
          <p:cNvSpPr txBox="1"/>
          <p:nvPr/>
        </p:nvSpPr>
        <p:spPr>
          <a:xfrm>
            <a:off x="1406833" y="5069215"/>
            <a:ext cx="1289736" cy="276999"/>
          </a:xfrm>
          <a:prstGeom prst="rect">
            <a:avLst/>
          </a:prstGeom>
          <a:noFill/>
        </p:spPr>
        <p:txBody>
          <a:bodyPr wrap="square" lIns="0" tIns="0" rIns="0" bIns="0" rtlCol="0">
            <a:spAutoFit/>
          </a:bodyPr>
          <a:lstStyle/>
          <a:p>
            <a:pPr algn="l"/>
            <a:r>
              <a:rPr lang="de-DE" sz="900" dirty="0">
                <a:latin typeface="Sparkasse Rg" panose="020B0504050602020204" pitchFamily="34" charset="0"/>
              </a:rPr>
              <a:t>Diese Farben bitte nicht </a:t>
            </a:r>
            <a:br>
              <a:rPr lang="de-DE" sz="900" dirty="0">
                <a:latin typeface="Sparkasse Rg" panose="020B0504050602020204" pitchFamily="34" charset="0"/>
              </a:rPr>
            </a:br>
            <a:r>
              <a:rPr lang="de-DE" sz="900" dirty="0">
                <a:latin typeface="Sparkasse Rg" panose="020B0504050602020204" pitchFamily="34" charset="0"/>
              </a:rPr>
              <a:t>verwenden,</a:t>
            </a:r>
          </a:p>
        </p:txBody>
      </p:sp>
      <p:cxnSp>
        <p:nvCxnSpPr>
          <p:cNvPr id="46" name="Gerader Verbinder 45">
            <a:extLst>
              <a:ext uri="{FF2B5EF4-FFF2-40B4-BE49-F238E27FC236}">
                <a16:creationId xmlns:a16="http://schemas.microsoft.com/office/drawing/2014/main" id="{D6890D13-6F9F-8290-36FA-F35EE313D25E}"/>
              </a:ext>
            </a:extLst>
          </p:cNvPr>
          <p:cNvCxnSpPr>
            <a:cxnSpLocks/>
          </p:cNvCxnSpPr>
          <p:nvPr/>
        </p:nvCxnSpPr>
        <p:spPr>
          <a:xfrm>
            <a:off x="1152000" y="5128751"/>
            <a:ext cx="187638"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7" name="Textfeld 46">
            <a:extLst>
              <a:ext uri="{FF2B5EF4-FFF2-40B4-BE49-F238E27FC236}">
                <a16:creationId xmlns:a16="http://schemas.microsoft.com/office/drawing/2014/main" id="{736F7368-FDC3-02A9-E185-E0C136967CDE}"/>
              </a:ext>
            </a:extLst>
          </p:cNvPr>
          <p:cNvSpPr txBox="1"/>
          <p:nvPr/>
        </p:nvSpPr>
        <p:spPr>
          <a:xfrm>
            <a:off x="3606330" y="5069215"/>
            <a:ext cx="4794958" cy="415498"/>
          </a:xfrm>
          <a:prstGeom prst="rect">
            <a:avLst/>
          </a:prstGeom>
          <a:noFill/>
        </p:spPr>
        <p:txBody>
          <a:bodyPr wrap="square" lIns="0" tIns="0" rIns="0" bIns="0" rtlCol="0">
            <a:spAutoFit/>
          </a:bodyPr>
          <a:lstStyle/>
          <a:p>
            <a:pPr algn="l"/>
            <a:r>
              <a:rPr lang="de-DE" sz="900" dirty="0">
                <a:latin typeface="Sparkasse Rg" panose="020B0504050602020204" pitchFamily="34" charset="0"/>
              </a:rPr>
              <a:t>Die Benutzerdefinierten Farben wurden in der Palette mit korrekten Namen benannt. </a:t>
            </a:r>
            <a:br>
              <a:rPr lang="de-DE" sz="900" dirty="0">
                <a:latin typeface="Sparkasse Rg" panose="020B0504050602020204" pitchFamily="34" charset="0"/>
              </a:rPr>
            </a:br>
            <a:r>
              <a:rPr lang="de-DE" sz="900" dirty="0">
                <a:latin typeface="Sparkasse Rg" panose="020B0504050602020204" pitchFamily="34" charset="0"/>
              </a:rPr>
              <a:t>Hält man den Mauszeiger auf eine der Farben, öffnet sich ein kleines Quick-Info-Fenster</a:t>
            </a:r>
            <a:br>
              <a:rPr lang="de-DE" sz="900" dirty="0">
                <a:latin typeface="Sparkasse Rg" panose="020B0504050602020204" pitchFamily="34" charset="0"/>
              </a:rPr>
            </a:br>
            <a:r>
              <a:rPr lang="de-DE" sz="900" dirty="0">
                <a:latin typeface="Sparkasse Rg" panose="020B0504050602020204" pitchFamily="34" charset="0"/>
              </a:rPr>
              <a:t>mit dem Farbnamen.</a:t>
            </a:r>
          </a:p>
        </p:txBody>
      </p:sp>
    </p:spTree>
    <p:extLst>
      <p:ext uri="{BB962C8B-B14F-4D97-AF65-F5344CB8AC3E}">
        <p14:creationId xmlns:p14="http://schemas.microsoft.com/office/powerpoint/2010/main" val="3255366682"/>
      </p:ext>
    </p:extLst>
  </p:cSld>
  <p:clrMapOvr>
    <a:masterClrMapping/>
  </p:clrMapOvr>
</p:sld>
</file>

<file path=ppt/theme/theme1.xml><?xml version="1.0" encoding="utf-8"?>
<a:theme xmlns:a="http://schemas.openxmlformats.org/drawingml/2006/main" name="Sparkasse Folienmaster">
  <a:themeElements>
    <a:clrScheme name="Sparkasse_colors">
      <a:dk1>
        <a:sysClr val="windowText" lastClr="000000"/>
      </a:dk1>
      <a:lt1>
        <a:sysClr val="window" lastClr="FFFFFF"/>
      </a:lt1>
      <a:dk2>
        <a:srgbClr val="EE0000"/>
      </a:dk2>
      <a:lt2>
        <a:srgbClr val="D9D9D9"/>
      </a:lt2>
      <a:accent1>
        <a:srgbClr val="FFC900"/>
      </a:accent1>
      <a:accent2>
        <a:srgbClr val="FF8F00"/>
      </a:accent2>
      <a:accent3>
        <a:srgbClr val="9B348E"/>
      </a:accent3>
      <a:accent4>
        <a:srgbClr val="2C57D2"/>
      </a:accent4>
      <a:accent5>
        <a:srgbClr val="00ACD3"/>
      </a:accent5>
      <a:accent6>
        <a:srgbClr val="009864"/>
      </a:accent6>
      <a:hlink>
        <a:srgbClr val="000000"/>
      </a:hlink>
      <a:folHlink>
        <a:srgbClr val="000000"/>
      </a:folHlink>
    </a:clrScheme>
    <a:fontScheme name="Sparkasse_fonts">
      <a:majorFont>
        <a:latin typeface="Sparkasse Head"/>
        <a:ea typeface=""/>
        <a:cs typeface=""/>
      </a:majorFont>
      <a:minorFont>
        <a:latin typeface="Sparkasse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rgbClr val="44444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400" dirty="0" smtClean="0"/>
        </a:defPPr>
      </a:lstStyle>
    </a:txDef>
  </a:objectDefaults>
  <a:extraClrSchemeLst/>
  <a:custClrLst>
    <a:custClr name="Sparkassen-Hellgrau">
      <a:srgbClr val="F0F0F0"/>
    </a:custClr>
    <a:custClr name="Sparkassen-Grau 1">
      <a:srgbClr val="E9E9E9"/>
    </a:custClr>
    <a:custClr name="Sparkassen-Grau 2">
      <a:srgbClr val="E3E3E3"/>
    </a:custClr>
    <a:custClr name="Sparkassen-Grau 3">
      <a:srgbClr val="D9D9D9"/>
    </a:custClr>
    <a:custClr name="Sparkassen-Grau 4">
      <a:srgbClr val="CCCCCC"/>
    </a:custClr>
    <a:custClr name="Sparkassen-Grau 5">
      <a:srgbClr val="BBBBBB"/>
    </a:custClr>
    <a:custClr name="Sparkassen-Grau 6">
      <a:srgbClr val="999999"/>
    </a:custClr>
    <a:custClr name="Sparkassen-Dunkelgrau 1">
      <a:srgbClr val="666666"/>
    </a:custClr>
    <a:custClr name="Sparkassen-Dunkelgrau 2">
      <a:srgbClr val="444444"/>
    </a:custClr>
    <a:custClr>
      <a:srgbClr val="000000"/>
    </a:custClr>
    <a:custClr name="Sparkassen-Gelb">
      <a:srgbClr val="FFC900"/>
    </a:custClr>
    <a:custClr name="Sparkassen-Orange">
      <a:srgbClr val="FF8F00"/>
    </a:custClr>
    <a:custClr name="Sparkassen-Rot">
      <a:srgbClr val="EE0000"/>
    </a:custClr>
    <a:custClr name="Sparkassen-Violet">
      <a:srgbClr val="9B348E"/>
    </a:custClr>
    <a:custClr name="Sparkassen-Dunkelblau">
      <a:srgbClr val="2C57D2"/>
    </a:custClr>
    <a:custClr name="Sparkassen-Hellblau">
      <a:srgbClr val="00ACD3"/>
    </a:custClr>
    <a:custClr name="Sparkassen-Dunkelgrün">
      <a:srgbClr val="009864"/>
    </a:custClr>
    <a:custClr name="Sparkassen-Hellgrün">
      <a:srgbClr val="8CD000"/>
    </a:custClr>
    <a:custClr>
      <a:srgbClr val="FFFFFF"/>
    </a:custClr>
    <a:custClr>
      <a:srgbClr val="FFFFFF"/>
    </a:custClr>
    <a:custClr name="Sparkassen-Gelb hell">
      <a:srgbClr val="FFDF66"/>
    </a:custClr>
    <a:custClr name="Sparkassen-Orange hell">
      <a:srgbClr val="FFBC66"/>
    </a:custClr>
    <a:custClr>
      <a:srgbClr val="FFFFFF"/>
    </a:custClr>
    <a:custClr name="Sparkassen-Violet hell">
      <a:srgbClr val="C385BB"/>
    </a:custClr>
    <a:custClr name="Sparkassen-Dunkelblau hell">
      <a:srgbClr val="809AE4"/>
    </a:custClr>
    <a:custClr name="Sparkassen-Hellblau hell">
      <a:srgbClr val="66CDE5"/>
    </a:custClr>
    <a:custClr name="Sparkassen-Dunkelgrün hell">
      <a:srgbClr val="66C1A2"/>
    </a:custClr>
    <a:custClr name="Sparkassen-Hellgrün hell">
      <a:srgbClr val="BAE366"/>
    </a:custClr>
    <a:custClr>
      <a:srgbClr val="FFFFFF"/>
    </a:custClr>
    <a:custClr>
      <a:srgbClr val="FFFFFF"/>
    </a:custClr>
  </a:custClrLst>
  <a:extLst>
    <a:ext uri="{05A4C25C-085E-4340-85A3-A5531E510DB2}">
      <thm15:themeFamily xmlns:thm15="http://schemas.microsoft.com/office/thememl/2012/main" name="01_SV_PPT-Musterdatei.potx  -  Schreibgeschützt" id="{41129A5F-1A05-481B-B5F6-4D118FFD6483}" vid="{3248CBCB-0A20-484F-B633-A97455602AA0}"/>
    </a:ext>
  </a:extLst>
</a:theme>
</file>

<file path=ppt/theme/theme2.xml><?xml version="1.0" encoding="utf-8"?>
<a:theme xmlns:a="http://schemas.openxmlformats.org/drawingml/2006/main" name="Office">
  <a:themeElements>
    <a:clrScheme name="Sparkasse">
      <a:dk1>
        <a:sysClr val="windowText" lastClr="000000"/>
      </a:dk1>
      <a:lt1>
        <a:sysClr val="window" lastClr="FFFFFF"/>
      </a:lt1>
      <a:dk2>
        <a:srgbClr val="EE0000"/>
      </a:dk2>
      <a:lt2>
        <a:srgbClr val="D9D9D9"/>
      </a:lt2>
      <a:accent1>
        <a:srgbClr val="FFC900"/>
      </a:accent1>
      <a:accent2>
        <a:srgbClr val="FF8F00"/>
      </a:accent2>
      <a:accent3>
        <a:srgbClr val="9B348E"/>
      </a:accent3>
      <a:accent4>
        <a:srgbClr val="2C57D2"/>
      </a:accent4>
      <a:accent5>
        <a:srgbClr val="00ACD3"/>
      </a:accent5>
      <a:accent6>
        <a:srgbClr val="009864"/>
      </a:accent6>
      <a:hlink>
        <a:srgbClr val="000000"/>
      </a:hlink>
      <a:folHlink>
        <a:srgbClr val="000000"/>
      </a:folHlink>
    </a:clrScheme>
    <a:fontScheme name="Sparkasse_fonts">
      <a:majorFont>
        <a:latin typeface="Sparkasse Head"/>
        <a:ea typeface=""/>
        <a:cs typeface=""/>
      </a:majorFont>
      <a:minorFont>
        <a:latin typeface="Sparkasse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Sparkasse Folienmaster</Template>
  <TotalTime>0</TotalTime>
  <Words>103</Words>
  <Application>Microsoft Macintosh PowerPoint</Application>
  <PresentationFormat>Breitbild</PresentationFormat>
  <Paragraphs>38</Paragraphs>
  <Slides>1</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vt:i4>
      </vt:variant>
    </vt:vector>
  </HeadingPairs>
  <TitlesOfParts>
    <vt:vector size="7" baseType="lpstr">
      <vt:lpstr>Sparkasse Medium</vt:lpstr>
      <vt:lpstr>Sparkasse Head</vt:lpstr>
      <vt:lpstr>Sparkasse Rg</vt:lpstr>
      <vt:lpstr>Sparkasse Lt</vt:lpstr>
      <vt:lpstr>Arial</vt:lpstr>
      <vt:lpstr>Sparkasse Folienmaster</vt:lpstr>
      <vt:lpstr>Farben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Ströbel</dc:creator>
  <cp:lastModifiedBy>Daniel Ströbel</cp:lastModifiedBy>
  <cp:revision>2</cp:revision>
  <dcterms:created xsi:type="dcterms:W3CDTF">2026-07-07T11:45:06Z</dcterms:created>
  <dcterms:modified xsi:type="dcterms:W3CDTF">2026-07-07T11:45:32Z</dcterms:modified>
  <cp:contentStatus>V6</cp:contentStatus>
</cp:coreProperties>
</file>